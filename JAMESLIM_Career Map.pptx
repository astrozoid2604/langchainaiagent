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3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5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6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theme/theme7.xml" ContentType="application/vnd.openxmlformats-officedocument.them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theme/theme8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5"/>
    <p:sldMasterId id="2147483743" r:id="rId6"/>
    <p:sldMasterId id="2147483763" r:id="rId7"/>
    <p:sldMasterId id="2147483787" r:id="rId8"/>
    <p:sldMasterId id="2147483807" r:id="rId9"/>
    <p:sldMasterId id="2147483867" r:id="rId10"/>
    <p:sldMasterId id="2147483890" r:id="rId11"/>
    <p:sldMasterId id="2147483911" r:id="rId12"/>
    <p:sldMasterId id="2147483945" r:id="rId13"/>
  </p:sldMasterIdLst>
  <p:notesMasterIdLst>
    <p:notesMasterId r:id="rId15"/>
  </p:notesMasterIdLst>
  <p:handoutMasterIdLst>
    <p:handoutMasterId r:id="rId16"/>
  </p:handoutMasterIdLst>
  <p:sldIdLst>
    <p:sldId id="2147469450" r:id="rId14"/>
  </p:sldIdLst>
  <p:sldSz cx="9144000" cy="5143500" type="screen16x9"/>
  <p:notesSz cx="7315200" cy="96012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8" userDrawn="1">
          <p15:clr>
            <a:srgbClr val="A4A3A4"/>
          </p15:clr>
        </p15:guide>
        <p15:guide id="2" orient="horz" pos="94" userDrawn="1">
          <p15:clr>
            <a:srgbClr val="A4A3A4"/>
          </p15:clr>
        </p15:guide>
        <p15:guide id="3" orient="horz" pos="5919" userDrawn="1">
          <p15:clr>
            <a:srgbClr val="A4A3A4"/>
          </p15:clr>
        </p15:guide>
        <p15:guide id="4" pos="2308" userDrawn="1">
          <p15:clr>
            <a:srgbClr val="A4A3A4"/>
          </p15:clr>
        </p15:guide>
        <p15:guide id="5" pos="107" userDrawn="1">
          <p15:clr>
            <a:srgbClr val="A4A3A4"/>
          </p15:clr>
        </p15:guide>
        <p15:guide id="6" pos="4513" userDrawn="1">
          <p15:clr>
            <a:srgbClr val="A4A3A4"/>
          </p15:clr>
        </p15:guide>
        <p15:guide id="7" orient="horz" pos="3024" userDrawn="1">
          <p15:clr>
            <a:srgbClr val="A4A3A4"/>
          </p15:clr>
        </p15:guide>
        <p15:guide id="8" orient="horz" pos="5950" userDrawn="1">
          <p15:clr>
            <a:srgbClr val="A4A3A4"/>
          </p15:clr>
        </p15:guide>
        <p15:guide id="9" pos="2304" userDrawn="1">
          <p15:clr>
            <a:srgbClr val="A4A3A4"/>
          </p15:clr>
        </p15:guide>
        <p15:guide id="10" pos="4505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3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88C765"/>
    <a:srgbClr val="B2A97E"/>
    <a:srgbClr val="8EEBFF"/>
    <a:srgbClr val="EC951D"/>
    <a:srgbClr val="92D050"/>
    <a:srgbClr val="FF9900"/>
    <a:srgbClr val="2DBCB6"/>
    <a:srgbClr val="005480"/>
    <a:srgbClr val="CBD3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0F5AD2-5C21-418B-BF7B-45598FD5A3E3}" v="4" dt="2023-11-24T06:38:20.6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48" autoAdjust="0"/>
    <p:restoredTop sz="94657" autoAdjust="0"/>
  </p:normalViewPr>
  <p:slideViewPr>
    <p:cSldViewPr snapToGrid="0" snapToObjects="1" showGuides="1">
      <p:cViewPr varScale="1">
        <p:scale>
          <a:sx n="135" d="100"/>
          <a:sy n="135" d="100"/>
        </p:scale>
        <p:origin x="924" y="288"/>
      </p:cViewPr>
      <p:guideLst>
        <p:guide orient="horz"/>
        <p:guide pos="24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-3744" y="-72"/>
      </p:cViewPr>
      <p:guideLst>
        <p:guide orient="horz" pos="3008"/>
        <p:guide orient="horz" pos="94"/>
        <p:guide orient="horz" pos="5919"/>
        <p:guide pos="2308"/>
        <p:guide pos="107"/>
        <p:guide pos="4513"/>
        <p:guide orient="horz" pos="3024"/>
        <p:guide orient="horz" pos="5950"/>
        <p:guide pos="2304"/>
        <p:guide pos="45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Master" Target="slideMasters/slideMaster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3.xml"/><Relationship Id="rId12" Type="http://schemas.openxmlformats.org/officeDocument/2006/relationships/slideMaster" Target="slideMasters/slideMaster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Master" Target="slideMasters/slideMaster7.xml"/><Relationship Id="rId24" Type="http://schemas.microsoft.com/office/2018/10/relationships/authors" Target="authors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Master" Target="slideMasters/slideMaster6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167641" y="9214485"/>
            <a:ext cx="697992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lIns="96450" tIns="48225" rIns="96450" bIns="48225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/>
        </p:nvSpPr>
        <p:spPr bwMode="auto">
          <a:xfrm>
            <a:off x="165813" y="9250823"/>
            <a:ext cx="3239346" cy="241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276" tIns="49138" rIns="98276" bIns="49138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 defTabSz="982922">
              <a:defRPr/>
            </a:pPr>
            <a:r>
              <a:rPr lang="en-US" sz="1000" b="0" dirty="0"/>
              <a:t>Amgen Internal</a:t>
            </a:r>
          </a:p>
        </p:txBody>
      </p:sp>
      <p:sp>
        <p:nvSpPr>
          <p:cNvPr id="8" name="Rectangle 7"/>
          <p:cNvSpPr>
            <a:spLocks noGrp="1" noChangeArrowheads="1"/>
          </p:cNvSpPr>
          <p:nvPr/>
        </p:nvSpPr>
        <p:spPr bwMode="auto">
          <a:xfrm>
            <a:off x="3908349" y="9250823"/>
            <a:ext cx="3241040" cy="241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276" tIns="49138" rIns="98276" bIns="49138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defTabSz="982922">
              <a:defRPr/>
            </a:pPr>
            <a:fld id="{15AE3C97-AED3-4AEE-8471-1C50047147DC}" type="slidenum">
              <a:rPr lang="en-US" sz="1000" b="0"/>
              <a:pPr algn="r" defTabSz="982922">
                <a:defRPr/>
              </a:pPr>
              <a:t>‹#›</a:t>
            </a:fld>
            <a:endParaRPr lang="en-US" sz="1000" b="0"/>
          </a:p>
        </p:txBody>
      </p:sp>
    </p:spTree>
    <p:extLst>
      <p:ext uri="{BB962C8B-B14F-4D97-AF65-F5344CB8AC3E}">
        <p14:creationId xmlns:p14="http://schemas.microsoft.com/office/powerpoint/2010/main" val="93775865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0975" y="238125"/>
            <a:ext cx="6953250" cy="391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50" tIns="48225" rIns="96450" bIns="4822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5812" y="4530567"/>
            <a:ext cx="6983578" cy="462057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6450" tIns="48225" rIns="96450" bIns="482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167641" y="9214485"/>
            <a:ext cx="697992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lIns="96450" tIns="48225" rIns="96450" bIns="48225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/>
        </p:nvSpPr>
        <p:spPr bwMode="auto">
          <a:xfrm>
            <a:off x="165813" y="9250823"/>
            <a:ext cx="3239346" cy="241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276" tIns="49138" rIns="98276" bIns="49138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 defTabSz="982922">
              <a:defRPr/>
            </a:pPr>
            <a:r>
              <a:rPr lang="en-US" sz="1000" b="0" dirty="0"/>
              <a:t>Amgen Internal</a:t>
            </a:r>
          </a:p>
        </p:txBody>
      </p:sp>
      <p:sp>
        <p:nvSpPr>
          <p:cNvPr id="9" name="Rectangle 8"/>
          <p:cNvSpPr>
            <a:spLocks noGrp="1" noChangeArrowheads="1"/>
          </p:cNvSpPr>
          <p:nvPr/>
        </p:nvSpPr>
        <p:spPr bwMode="auto">
          <a:xfrm>
            <a:off x="3908349" y="9250823"/>
            <a:ext cx="3241040" cy="241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276" tIns="49138" rIns="98276" bIns="49138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defTabSz="982922" rtl="0" fontAlgn="base">
              <a:spcBef>
                <a:spcPct val="0"/>
              </a:spcBef>
              <a:spcAft>
                <a:spcPct val="0"/>
              </a:spcAft>
              <a:defRPr/>
            </a:pPr>
            <a:fld id="{15AE3C97-AED3-4AEE-8471-1C50047147DC}" type="slidenum">
              <a:rPr lang="en-US" sz="10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pPr algn="r" defTabSz="982922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b="0" kern="120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75716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182880" indent="-182880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Tx/>
      <a:buFont typeface="Arial" pitchFamily="34" charset="0"/>
      <a:buChar char="•"/>
      <a:defRPr lang="en-US" sz="1400" b="0" kern="1200" noProof="0" dirty="0" smtClean="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indent="-182880" algn="l" defTabSz="914400" rtl="0" eaLnBrk="1" fontAlgn="base" latinLnBrk="0" hangingPunct="1">
      <a:lnSpc>
        <a:spcPct val="100000"/>
      </a:lnSpc>
      <a:spcBef>
        <a:spcPts val="300"/>
      </a:spcBef>
      <a:spcAft>
        <a:spcPct val="0"/>
      </a:spcAft>
      <a:buClrTx/>
      <a:buFont typeface="Arial" pitchFamily="34" charset="0"/>
      <a:buChar char="–"/>
      <a:defRPr lang="en-US" sz="1200" b="0" kern="1200" noProof="0" dirty="0" smtClean="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731520" indent="-182880" algn="l" defTabSz="914400" rtl="0" eaLnBrk="1" fontAlgn="base" latinLnBrk="0" hangingPunct="1">
      <a:lnSpc>
        <a:spcPct val="100000"/>
      </a:lnSpc>
      <a:spcBef>
        <a:spcPts val="300"/>
      </a:spcBef>
      <a:spcAft>
        <a:spcPct val="0"/>
      </a:spcAft>
      <a:buClrTx/>
      <a:buFont typeface="Arial" pitchFamily="34" charset="0"/>
      <a:buChar char="•"/>
      <a:defRPr lang="en-US" sz="1000" b="0" kern="1200" noProof="0" dirty="0" smtClean="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005840" indent="-182880" algn="l" defTabSz="914400" rtl="0" eaLnBrk="1" fontAlgn="base" latinLnBrk="0" hangingPunct="1">
      <a:lnSpc>
        <a:spcPct val="100000"/>
      </a:lnSpc>
      <a:spcBef>
        <a:spcPts val="300"/>
      </a:spcBef>
      <a:spcAft>
        <a:spcPct val="0"/>
      </a:spcAft>
      <a:buClrTx/>
      <a:buFont typeface="Arial" pitchFamily="34" charset="0"/>
      <a:buChar char="–"/>
      <a:defRPr lang="en-US" sz="900" b="0" kern="1200" noProof="0" dirty="0" smtClean="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280160" indent="-182880" algn="l" defTabSz="914400" rtl="0" eaLnBrk="1" fontAlgn="base" latinLnBrk="0" hangingPunct="1">
      <a:lnSpc>
        <a:spcPct val="100000"/>
      </a:lnSpc>
      <a:spcBef>
        <a:spcPts val="300"/>
      </a:spcBef>
      <a:spcAft>
        <a:spcPct val="0"/>
      </a:spcAft>
      <a:buClrTx/>
      <a:buFont typeface="Arial" pitchFamily="34" charset="0"/>
      <a:buChar char="•"/>
      <a:defRPr lang="en-US" sz="800" b="0" kern="1200" noProof="0" dirty="0" smtClean="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4151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1.sv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1.sv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7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8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9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0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5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6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7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8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1.svg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1.svg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19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21.xml"/><Relationship Id="rId4" Type="http://schemas.openxmlformats.org/officeDocument/2006/relationships/image" Target="../media/image23.emf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22.xml"/><Relationship Id="rId4" Type="http://schemas.openxmlformats.org/officeDocument/2006/relationships/image" Target="../media/image23.emf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25.xml"/><Relationship Id="rId4" Type="http://schemas.openxmlformats.org/officeDocument/2006/relationships/image" Target="../media/image23.emf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26.xml"/><Relationship Id="rId4" Type="http://schemas.openxmlformats.org/officeDocument/2006/relationships/image" Target="../media/image25.emf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27.xml"/><Relationship Id="rId4" Type="http://schemas.openxmlformats.org/officeDocument/2006/relationships/image" Target="../media/image23.emf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8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29.xml"/><Relationship Id="rId4" Type="http://schemas.openxmlformats.org/officeDocument/2006/relationships/image" Target="../media/image23.emf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30.xml"/><Relationship Id="rId4" Type="http://schemas.openxmlformats.org/officeDocument/2006/relationships/image" Target="../media/image23.emf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1.svg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31.xml"/></Relationships>
</file>

<file path=ppt/slideLayouts/_rels/slideLayout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28.png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9.xml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9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30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6250"/>
          <a:stretch>
            <a:fillRect/>
          </a:stretch>
        </p:blipFill>
        <p:spPr>
          <a:xfrm>
            <a:off x="0" y="0"/>
            <a:ext cx="9144000" cy="4000500"/>
          </a:xfrm>
          <a:prstGeom prst="rect">
            <a:avLst/>
          </a:prstGeom>
        </p:spPr>
      </p:pic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4000500"/>
          </a:xfrm>
          <a:noFill/>
        </p:spPr>
        <p:txBody>
          <a:bodyPr lIns="0"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178" y="4596222"/>
            <a:ext cx="1284927" cy="304711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4460430"/>
            <a:ext cx="7449344" cy="294856"/>
          </a:xfrm>
        </p:spPr>
        <p:txBody>
          <a:bodyPr tIns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0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71500" y="4102227"/>
            <a:ext cx="7449344" cy="346274"/>
          </a:xfrm>
        </p:spPr>
        <p:txBody>
          <a:bodyPr rIns="0" anchor="ctr"/>
          <a:lstStyle>
            <a:lvl1pPr marL="0" indent="0" algn="l">
              <a:buNone/>
              <a:defRPr sz="2400" b="1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1" y="1743075"/>
            <a:ext cx="7441435" cy="5143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>
              <a:defRPr sz="3600" b="1" spc="0" baseline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830930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4358640"/>
            <a:ext cx="9144000" cy="7848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2045">
              <a:defRPr/>
            </a:pPr>
            <a:endParaRPr lang="en-US" sz="521">
              <a:solidFill>
                <a:srgbClr val="FFFFFF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178" y="4596222"/>
            <a:ext cx="1284927" cy="3047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1" y="1797303"/>
            <a:ext cx="7441435" cy="5143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>
              <a:defRPr sz="3600" b="1" spc="0" baseline="0">
                <a:solidFill>
                  <a:schemeClr val="accent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56496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6"/>
            <a:ext cx="9144000" cy="3546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389713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8" y="440246"/>
            <a:ext cx="8416782" cy="492443"/>
          </a:xfrm>
        </p:spPr>
        <p:txBody>
          <a:bodyPr wrap="square" anchor="b">
            <a:spAutoFit/>
          </a:bodyPr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17867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2045">
              <a:defRPr/>
            </a:pPr>
            <a:endParaRPr lang="en-US" sz="521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363538" y="1280160"/>
            <a:ext cx="4132262" cy="3114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8" y="440246"/>
            <a:ext cx="8416782" cy="492443"/>
          </a:xfrm>
        </p:spPr>
        <p:txBody>
          <a:bodyPr wrap="square" anchor="b">
            <a:spAutoFit/>
          </a:bodyPr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15"/>
          </p:nvPr>
        </p:nvSpPr>
        <p:spPr>
          <a:xfrm>
            <a:off x="4648058" y="1280160"/>
            <a:ext cx="4132262" cy="3114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85799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63538" y="1554480"/>
            <a:ext cx="8416925" cy="292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7" y="440164"/>
            <a:ext cx="8416925" cy="492443"/>
          </a:xfrm>
        </p:spPr>
        <p:txBody>
          <a:bodyPr>
            <a:spAutoFit/>
          </a:bodyPr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63538" y="1146175"/>
            <a:ext cx="8416924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5" indent="0">
              <a:buNone/>
              <a:defRPr sz="220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200">
                <a:solidFill>
                  <a:schemeClr val="accent1"/>
                </a:solidFill>
                <a:latin typeface="+mj-lt"/>
              </a:defRPr>
            </a:lvl3pPr>
            <a:lvl4pPr marL="688975" indent="0">
              <a:buNone/>
              <a:defRPr sz="220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2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93536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2045">
              <a:defRPr/>
            </a:pPr>
            <a:endParaRPr lang="en-US" sz="521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63538" y="1554480"/>
            <a:ext cx="4133088" cy="292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7" y="440164"/>
            <a:ext cx="8416925" cy="492443"/>
          </a:xfrm>
        </p:spPr>
        <p:txBody>
          <a:bodyPr>
            <a:spAutoFit/>
          </a:bodyPr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63538" y="1146175"/>
            <a:ext cx="4133088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5" indent="0">
              <a:buNone/>
              <a:defRPr sz="220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200">
                <a:solidFill>
                  <a:schemeClr val="accent1"/>
                </a:solidFill>
                <a:latin typeface="+mj-lt"/>
              </a:defRPr>
            </a:lvl3pPr>
            <a:lvl4pPr marL="688975" indent="0">
              <a:buNone/>
              <a:defRPr sz="220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2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2"/>
          </p:nvPr>
        </p:nvSpPr>
        <p:spPr>
          <a:xfrm>
            <a:off x="4647374" y="1554480"/>
            <a:ext cx="4133088" cy="292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7374" y="1146175"/>
            <a:ext cx="4133088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5" indent="0">
              <a:buNone/>
              <a:defRPr sz="220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200">
                <a:solidFill>
                  <a:schemeClr val="accent1"/>
                </a:solidFill>
                <a:latin typeface="+mj-lt"/>
              </a:defRPr>
            </a:lvl3pPr>
            <a:lvl4pPr marL="688975" indent="0">
              <a:buNone/>
              <a:defRPr sz="220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2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64223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3121043" y="1007705"/>
            <a:ext cx="2909455" cy="35515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066253" y="1007705"/>
            <a:ext cx="3075709" cy="35515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0" y="1007705"/>
            <a:ext cx="3075709" cy="355159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8" y="440246"/>
            <a:ext cx="8416925" cy="492443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spAutoFit/>
          </a:bodyPr>
          <a:lstStyle>
            <a:lvl1pPr algn="l">
              <a:lnSpc>
                <a:spcPct val="100000"/>
              </a:lnSpc>
              <a:defRPr lang="en-US" sz="2600" b="1" kern="1200" spc="0" baseline="0" dirty="0">
                <a:solidFill>
                  <a:schemeClr val="accent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55659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akeaway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0" y="1007707"/>
            <a:ext cx="6026727" cy="355159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069991" y="1008063"/>
            <a:ext cx="3074009" cy="3551237"/>
          </a:xfrm>
          <a:solidFill>
            <a:schemeClr val="accent1"/>
          </a:solidFill>
        </p:spPr>
        <p:txBody>
          <a:bodyPr lIns="182880" rIns="274320" anchor="ctr"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8" y="440246"/>
            <a:ext cx="8416925" cy="492443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spAutoFit/>
          </a:bodyPr>
          <a:lstStyle>
            <a:lvl1pPr algn="l">
              <a:defRPr sz="2600" b="1" spc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13397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keaway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6053327" cy="35489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53327" y="1005840"/>
            <a:ext cx="3099816" cy="3553460"/>
          </a:xfrm>
          <a:solidFill>
            <a:schemeClr val="accent1"/>
          </a:solidFill>
        </p:spPr>
        <p:txBody>
          <a:bodyPr lIns="182880" tIns="91440" rIns="274320" bIns="91440" anchor="ctr" anchorCtr="0"/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63538" y="1280160"/>
            <a:ext cx="5689600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5045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away (botto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5"/>
            <a:ext cx="9144000" cy="28565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0" y="3908119"/>
            <a:ext cx="9144000" cy="651181"/>
          </a:xfrm>
          <a:solidFill>
            <a:schemeClr val="accent1"/>
          </a:solidFill>
        </p:spPr>
        <p:txBody>
          <a:bodyPr wrap="square" lIns="274320" tIns="91440" rIns="274320" bIns="91440" anchor="ctr" anchorCtr="0"/>
          <a:lstStyle>
            <a:lvl1pPr marL="0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63538" y="1280160"/>
            <a:ext cx="8416925" cy="2424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68478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5"/>
            <a:ext cx="9144000" cy="28565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0" y="3908119"/>
            <a:ext cx="9144000" cy="651181"/>
          </a:xfrm>
          <a:solidFill>
            <a:schemeClr val="accent1"/>
          </a:solidFill>
        </p:spPr>
        <p:txBody>
          <a:bodyPr wrap="square" lIns="274320" tIns="91440" rIns="274320" bIns="91440" anchor="ctr" anchorCtr="0"/>
          <a:lstStyle>
            <a:lvl1pPr marL="0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0"/>
          </p:nvPr>
        </p:nvSpPr>
        <p:spPr>
          <a:xfrm>
            <a:off x="363538" y="1554481"/>
            <a:ext cx="8416925" cy="2203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363538" y="1146175"/>
            <a:ext cx="8234362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5" indent="0">
              <a:buNone/>
              <a:defRPr sz="240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400">
                <a:solidFill>
                  <a:schemeClr val="accent1"/>
                </a:solidFill>
                <a:latin typeface="+mj-lt"/>
              </a:defRPr>
            </a:lvl3pPr>
            <a:lvl4pPr marL="688975" indent="0">
              <a:buNone/>
              <a:defRPr sz="240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560111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keaway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9068" y="1007707"/>
            <a:ext cx="6554932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marL="0" marR="0" lvl="0" indent="0" algn="ctr" defTabSz="5820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0" y="1007707"/>
            <a:ext cx="2556164" cy="3551594"/>
          </a:xfrm>
          <a:solidFill>
            <a:schemeClr val="accent1"/>
          </a:solidFill>
        </p:spPr>
        <p:txBody>
          <a:bodyPr lIns="274320" tIns="137160" rIns="91440" bIns="182880" anchor="ctr"/>
          <a:lstStyle>
            <a:lvl1pPr marL="0" indent="0" algn="l"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1pPr>
            <a:lvl2pPr marL="169863" indent="0" algn="ctr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344487" indent="0" algn="ctr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2699359" y="1554480"/>
            <a:ext cx="6081104" cy="2923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2699359" y="1146175"/>
            <a:ext cx="6001729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5" indent="0">
              <a:buNone/>
              <a:defRPr sz="240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400">
                <a:solidFill>
                  <a:schemeClr val="accent1"/>
                </a:solidFill>
                <a:latin typeface="+mj-lt"/>
              </a:defRPr>
            </a:lvl3pPr>
            <a:lvl4pPr marL="688975" indent="0">
              <a:buNone/>
              <a:defRPr sz="240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283146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4613564" y="1007706"/>
            <a:ext cx="2244436" cy="355266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2833068"/>
            <a:ext cx="2265218" cy="172730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007706"/>
            <a:ext cx="4572000" cy="17844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891543" y="2833068"/>
            <a:ext cx="2244436" cy="17262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889720" y="1007706"/>
            <a:ext cx="2244436" cy="17844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7"/>
          </p:nvPr>
        </p:nvSpPr>
        <p:spPr>
          <a:xfrm>
            <a:off x="2306782" y="2833068"/>
            <a:ext cx="2265218" cy="17262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16511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007707"/>
            <a:ext cx="9144000" cy="3551594"/>
          </a:xfrm>
        </p:spPr>
        <p:txBody>
          <a:bodyPr lIns="0" tIns="0" rIns="0" bIns="0"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25760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w/L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739034" y="1173689"/>
            <a:ext cx="2763982" cy="25612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4655127" y="1173689"/>
            <a:ext cx="2763982" cy="25612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1739034" y="3734942"/>
            <a:ext cx="2763693" cy="671804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55416" y="3734942"/>
            <a:ext cx="2763693" cy="671804"/>
          </a:xfrm>
          <a:solidFill>
            <a:schemeClr val="accent1"/>
          </a:solidFill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56629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0" y="1007707"/>
            <a:ext cx="3034145" cy="355159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109855" y="1007707"/>
            <a:ext cx="3034145" cy="355159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3063240" y="1005840"/>
            <a:ext cx="3017520" cy="3553460"/>
          </a:xfrm>
          <a:solidFill>
            <a:schemeClr val="accent1"/>
          </a:solidFill>
        </p:spPr>
        <p:txBody>
          <a:bodyPr lIns="182880" tIns="182880" rIns="182880" bIns="182880" anchor="ctr" anchorCtr="0"/>
          <a:lstStyle>
            <a:lvl1pPr marL="0" indent="0" algn="l">
              <a:spcBef>
                <a:spcPts val="545"/>
              </a:spcBef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522035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Conten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1007707"/>
            <a:ext cx="6004458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48299" y="1007415"/>
            <a:ext cx="3096491" cy="286312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048299" y="3870542"/>
            <a:ext cx="3096096" cy="688759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63538" y="1280160"/>
            <a:ext cx="5640921" cy="3172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157339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Content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140023" y="1007707"/>
            <a:ext cx="6003978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-310" y="1007415"/>
            <a:ext cx="3096491" cy="286608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-310" y="3873500"/>
            <a:ext cx="3096096" cy="6858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225451" y="1280160"/>
            <a:ext cx="5555011" cy="3222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5124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60434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JPseudoFooter"/>
          <p:cNvSpPr txBox="1"/>
          <p:nvPr userDrawn="1"/>
        </p:nvSpPr>
        <p:spPr>
          <a:xfrm>
            <a:off x="4479634" y="4915356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048745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6250"/>
          <a:stretch>
            <a:fillRect/>
          </a:stretch>
        </p:blipFill>
        <p:spPr>
          <a:xfrm>
            <a:off x="0" y="0"/>
            <a:ext cx="9144000" cy="4000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255" y="4592061"/>
            <a:ext cx="2081852" cy="380285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571501" y="4460430"/>
            <a:ext cx="7449344" cy="294856"/>
          </a:xfrm>
        </p:spPr>
        <p:txBody>
          <a:bodyPr tIns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0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71501" y="4102228"/>
            <a:ext cx="7449344" cy="346274"/>
          </a:xfrm>
        </p:spPr>
        <p:txBody>
          <a:bodyPr rIns="0" anchor="ctr"/>
          <a:lstStyle>
            <a:lvl1pPr marL="0" indent="0" algn="l">
              <a:buNone/>
              <a:defRPr sz="2400" b="1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3" y="1743075"/>
            <a:ext cx="7441435" cy="5143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>
              <a:defRPr sz="3600" b="1" spc="0" baseline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126773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007708"/>
            <a:ext cx="9144000" cy="3546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1646139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8" y="440249"/>
            <a:ext cx="8416783" cy="492443"/>
          </a:xfrm>
        </p:spPr>
        <p:txBody>
          <a:bodyPr wrap="square" anchor="b">
            <a:spAutoFit/>
          </a:bodyPr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4023102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63540" y="1554483"/>
            <a:ext cx="8416925" cy="292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9" y="440167"/>
            <a:ext cx="8416925" cy="492443"/>
          </a:xfrm>
        </p:spPr>
        <p:txBody>
          <a:bodyPr>
            <a:spAutoFit/>
          </a:bodyPr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63539" y="1146178"/>
            <a:ext cx="8416924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65" indent="0">
              <a:buNone/>
              <a:defRPr sz="2200">
                <a:solidFill>
                  <a:schemeClr val="accent1"/>
                </a:solidFill>
                <a:latin typeface="+mj-lt"/>
              </a:defRPr>
            </a:lvl2pPr>
            <a:lvl3pPr marL="457178" indent="0">
              <a:buNone/>
              <a:defRPr sz="2200">
                <a:solidFill>
                  <a:schemeClr val="accent1"/>
                </a:solidFill>
                <a:latin typeface="+mj-lt"/>
              </a:defRPr>
            </a:lvl3pPr>
            <a:lvl4pPr marL="688941" indent="0">
              <a:buNone/>
              <a:defRPr sz="2200">
                <a:solidFill>
                  <a:schemeClr val="accent1"/>
                </a:solidFill>
                <a:latin typeface="+mj-lt"/>
              </a:defRPr>
            </a:lvl4pPr>
            <a:lvl5pPr marL="914356" indent="0">
              <a:buNone/>
              <a:defRPr sz="22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040855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3121046" y="1007707"/>
            <a:ext cx="2909455" cy="35515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066255" y="1007707"/>
            <a:ext cx="3075709" cy="35515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2" y="1007707"/>
            <a:ext cx="3075709" cy="355159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40" y="440249"/>
            <a:ext cx="8416925" cy="492443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spAutoFit/>
          </a:bodyPr>
          <a:lstStyle>
            <a:lvl1pPr algn="l">
              <a:lnSpc>
                <a:spcPct val="100000"/>
              </a:lnSpc>
              <a:defRPr lang="en-US" sz="2600" b="1" kern="1200" spc="0" baseline="0" dirty="0">
                <a:solidFill>
                  <a:schemeClr val="accent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162594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akeaway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2" y="1007707"/>
            <a:ext cx="6026727" cy="355159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069993" y="1008066"/>
            <a:ext cx="3074009" cy="3551237"/>
          </a:xfrm>
          <a:solidFill>
            <a:schemeClr val="accent1"/>
          </a:solidFill>
        </p:spPr>
        <p:txBody>
          <a:bodyPr lIns="182880" rIns="274320" anchor="ctr"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40" y="440249"/>
            <a:ext cx="8416925" cy="492443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spAutoFit/>
          </a:bodyPr>
          <a:lstStyle>
            <a:lvl1pPr algn="l">
              <a:defRPr sz="2600" b="1" spc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3225268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Takeaway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1007707"/>
            <a:ext cx="6053327" cy="35489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53327" y="1005841"/>
            <a:ext cx="3099816" cy="3553460"/>
          </a:xfrm>
          <a:solidFill>
            <a:schemeClr val="accent1"/>
          </a:solidFill>
        </p:spPr>
        <p:txBody>
          <a:bodyPr lIns="182880" tIns="91440" rIns="274320" bIns="91440" anchor="ctr" anchorCtr="0"/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63539" y="1280160"/>
            <a:ext cx="5689600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904072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keaway (botto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007707"/>
            <a:ext cx="9144000" cy="28565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0" y="3908122"/>
            <a:ext cx="9144000" cy="651181"/>
          </a:xfrm>
          <a:solidFill>
            <a:schemeClr val="accent1"/>
          </a:solidFill>
        </p:spPr>
        <p:txBody>
          <a:bodyPr wrap="square" lIns="274320" tIns="91440" rIns="274320" bIns="91440" anchor="ctr" anchorCtr="0"/>
          <a:lstStyle>
            <a:lvl1pPr marL="0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63540" y="1280160"/>
            <a:ext cx="8416925" cy="2424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3218589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007707"/>
            <a:ext cx="9144000" cy="28565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0" y="3908122"/>
            <a:ext cx="9144000" cy="651181"/>
          </a:xfrm>
          <a:solidFill>
            <a:schemeClr val="accent1"/>
          </a:solidFill>
        </p:spPr>
        <p:txBody>
          <a:bodyPr wrap="square" lIns="274320" tIns="91440" rIns="274320" bIns="91440" anchor="ctr" anchorCtr="0"/>
          <a:lstStyle>
            <a:lvl1pPr marL="0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0"/>
          </p:nvPr>
        </p:nvSpPr>
        <p:spPr>
          <a:xfrm>
            <a:off x="363540" y="1554481"/>
            <a:ext cx="8416925" cy="2203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363539" y="1146178"/>
            <a:ext cx="8234363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65" indent="0">
              <a:buNone/>
              <a:defRPr sz="2400">
                <a:solidFill>
                  <a:schemeClr val="accent1"/>
                </a:solidFill>
                <a:latin typeface="+mj-lt"/>
              </a:defRPr>
            </a:lvl2pPr>
            <a:lvl3pPr marL="457178" indent="0">
              <a:buNone/>
              <a:defRPr sz="2400">
                <a:solidFill>
                  <a:schemeClr val="accent1"/>
                </a:solidFill>
                <a:latin typeface="+mj-lt"/>
              </a:defRPr>
            </a:lvl3pPr>
            <a:lvl4pPr marL="688941" indent="0">
              <a:buNone/>
              <a:defRPr sz="2400">
                <a:solidFill>
                  <a:schemeClr val="accent1"/>
                </a:solidFill>
                <a:latin typeface="+mj-lt"/>
              </a:defRPr>
            </a:lvl4pPr>
            <a:lvl5pPr marL="914356" indent="0">
              <a:buNone/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83108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Takeaway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9070" y="1007707"/>
            <a:ext cx="6554932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" y="1007707"/>
            <a:ext cx="2556164" cy="3551594"/>
          </a:xfrm>
          <a:solidFill>
            <a:schemeClr val="accent1"/>
          </a:solidFill>
        </p:spPr>
        <p:txBody>
          <a:bodyPr lIns="274320" tIns="137160" rIns="91440" bIns="182880" anchor="ctr"/>
          <a:lstStyle>
            <a:lvl1pPr marL="0" indent="0" algn="l"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1pPr>
            <a:lvl2pPr marL="169854" indent="0" algn="ctr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344470" indent="0" algn="ctr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2699359" y="1554480"/>
            <a:ext cx="6081104" cy="2923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2699361" y="1146178"/>
            <a:ext cx="6001729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65" indent="0">
              <a:buNone/>
              <a:defRPr sz="2400">
                <a:solidFill>
                  <a:schemeClr val="accent1"/>
                </a:solidFill>
                <a:latin typeface="+mj-lt"/>
              </a:defRPr>
            </a:lvl2pPr>
            <a:lvl3pPr marL="457178" indent="0">
              <a:buNone/>
              <a:defRPr sz="2400">
                <a:solidFill>
                  <a:schemeClr val="accent1"/>
                </a:solidFill>
                <a:latin typeface="+mj-lt"/>
              </a:defRPr>
            </a:lvl3pPr>
            <a:lvl4pPr marL="688941" indent="0">
              <a:buNone/>
              <a:defRPr sz="2400">
                <a:solidFill>
                  <a:schemeClr val="accent1"/>
                </a:solidFill>
                <a:latin typeface="+mj-lt"/>
              </a:defRPr>
            </a:lvl4pPr>
            <a:lvl5pPr marL="914356" indent="0">
              <a:buNone/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126653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4613566" y="1007709"/>
            <a:ext cx="2244436" cy="355266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1" y="2833071"/>
            <a:ext cx="2265219" cy="172730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007707"/>
            <a:ext cx="4572000" cy="17844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891543" y="2833069"/>
            <a:ext cx="2244436" cy="17262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889722" y="1007707"/>
            <a:ext cx="2244436" cy="17844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7"/>
          </p:nvPr>
        </p:nvSpPr>
        <p:spPr>
          <a:xfrm>
            <a:off x="2306781" y="2833069"/>
            <a:ext cx="2265219" cy="17262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8199113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007707"/>
            <a:ext cx="9144000" cy="3551594"/>
          </a:xfrm>
        </p:spPr>
        <p:txBody>
          <a:bodyPr lIns="0" tIns="0" rIns="0" bIns="0"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546784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hoto w/L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739034" y="1173691"/>
            <a:ext cx="2763983" cy="25612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4655127" y="1173691"/>
            <a:ext cx="2763983" cy="25612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1739036" y="3734943"/>
            <a:ext cx="2763693" cy="671804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55418" y="3734943"/>
            <a:ext cx="2763693" cy="671804"/>
          </a:xfrm>
          <a:solidFill>
            <a:schemeClr val="accent1"/>
          </a:solidFill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2132510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hotos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2" y="1007707"/>
            <a:ext cx="3034145" cy="355159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109857" y="1007707"/>
            <a:ext cx="3034145" cy="355159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3063240" y="1005841"/>
            <a:ext cx="3017520" cy="3553460"/>
          </a:xfrm>
          <a:solidFill>
            <a:schemeClr val="accent1"/>
          </a:solidFill>
        </p:spPr>
        <p:txBody>
          <a:bodyPr lIns="182880" tIns="182880" rIns="182880" bIns="182880" anchor="ctr" anchorCtr="0"/>
          <a:lstStyle>
            <a:lvl1pPr marL="0" indent="0" algn="l">
              <a:spcBef>
                <a:spcPts val="545"/>
              </a:spcBef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2416106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and Conten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007707"/>
            <a:ext cx="6004459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48301" y="1007418"/>
            <a:ext cx="3096491" cy="286312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048299" y="3870545"/>
            <a:ext cx="3096096" cy="688759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63541" y="1280163"/>
            <a:ext cx="5640921" cy="3172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2044989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and Content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40023" y="1007707"/>
            <a:ext cx="6003979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-308" y="1007418"/>
            <a:ext cx="3096491" cy="286608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-311" y="3873500"/>
            <a:ext cx="3096096" cy="6858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225453" y="1280163"/>
            <a:ext cx="5555011" cy="3222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9517250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1403811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793091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6250"/>
          <a:stretch>
            <a:fillRect/>
          </a:stretch>
        </p:blipFill>
        <p:spPr>
          <a:xfrm>
            <a:off x="0" y="0"/>
            <a:ext cx="9144000" cy="4000500"/>
          </a:xfrm>
          <a:prstGeom prst="rect">
            <a:avLst/>
          </a:prstGeom>
        </p:spPr>
      </p:pic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4000500"/>
          </a:xfrm>
          <a:noFill/>
        </p:spPr>
        <p:txBody>
          <a:bodyPr lIns="0"/>
          <a:lstStyle/>
          <a:p>
            <a:r>
              <a:rPr lang="en-US"/>
              <a:t>Click icon to add picture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179" y="4596223"/>
            <a:ext cx="1284927" cy="304711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571501" y="4460430"/>
            <a:ext cx="7449344" cy="294856"/>
          </a:xfrm>
        </p:spPr>
        <p:txBody>
          <a:bodyPr tIns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0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71501" y="4102228"/>
            <a:ext cx="7449344" cy="346274"/>
          </a:xfrm>
        </p:spPr>
        <p:txBody>
          <a:bodyPr rIns="0" anchor="ctr"/>
          <a:lstStyle>
            <a:lvl1pPr marL="0" indent="0" algn="l">
              <a:buNone/>
              <a:defRPr sz="2400" b="1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2" y="1743075"/>
            <a:ext cx="7441435" cy="5143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>
              <a:defRPr sz="3600" b="1" spc="0" baseline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9155223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4358640"/>
            <a:ext cx="9144000" cy="7848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2031">
              <a:defRPr/>
            </a:pPr>
            <a:endParaRPr lang="en-US" sz="521">
              <a:solidFill>
                <a:srgbClr val="FFFFFF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179" y="4596223"/>
            <a:ext cx="1284927" cy="3047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2" y="1797303"/>
            <a:ext cx="7441435" cy="5143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>
              <a:defRPr sz="3600" b="1" spc="0" baseline="0">
                <a:solidFill>
                  <a:schemeClr val="accent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6015355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46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4788819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8" y="440247"/>
            <a:ext cx="8416782" cy="492443"/>
          </a:xfrm>
        </p:spPr>
        <p:txBody>
          <a:bodyPr wrap="square" anchor="b">
            <a:spAutoFit/>
          </a:bodyPr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5302203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2031">
              <a:defRPr/>
            </a:pPr>
            <a:endParaRPr lang="en-US" sz="521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363538" y="1280161"/>
            <a:ext cx="4132262" cy="3114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8" y="440247"/>
            <a:ext cx="8416782" cy="492443"/>
          </a:xfrm>
        </p:spPr>
        <p:txBody>
          <a:bodyPr wrap="square" anchor="b">
            <a:spAutoFit/>
          </a:bodyPr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15"/>
          </p:nvPr>
        </p:nvSpPr>
        <p:spPr>
          <a:xfrm>
            <a:off x="4648059" y="1280161"/>
            <a:ext cx="4132262" cy="3114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7334692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63539" y="1554481"/>
            <a:ext cx="8416925" cy="292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8" y="440165"/>
            <a:ext cx="8416925" cy="492443"/>
          </a:xfrm>
        </p:spPr>
        <p:txBody>
          <a:bodyPr>
            <a:spAutoFit/>
          </a:bodyPr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63539" y="1146176"/>
            <a:ext cx="8416924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0" indent="0">
              <a:buNone/>
              <a:defRPr sz="2200">
                <a:solidFill>
                  <a:schemeClr val="accent1"/>
                </a:solidFill>
                <a:latin typeface="+mj-lt"/>
              </a:defRPr>
            </a:lvl2pPr>
            <a:lvl3pPr marL="457189" indent="0">
              <a:buNone/>
              <a:defRPr sz="2200">
                <a:solidFill>
                  <a:schemeClr val="accent1"/>
                </a:solidFill>
                <a:latin typeface="+mj-lt"/>
              </a:defRPr>
            </a:lvl3pPr>
            <a:lvl4pPr marL="688958" indent="0">
              <a:buNone/>
              <a:defRPr sz="2200">
                <a:solidFill>
                  <a:schemeClr val="accent1"/>
                </a:solidFill>
                <a:latin typeface="+mj-lt"/>
              </a:defRPr>
            </a:lvl4pPr>
            <a:lvl5pPr marL="914378" indent="0">
              <a:buNone/>
              <a:defRPr sz="22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710748290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82031">
              <a:defRPr/>
            </a:pPr>
            <a:endParaRPr lang="en-US" sz="521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63538" y="1554481"/>
            <a:ext cx="4133088" cy="292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8" y="440165"/>
            <a:ext cx="8416925" cy="492443"/>
          </a:xfrm>
        </p:spPr>
        <p:txBody>
          <a:bodyPr>
            <a:spAutoFit/>
          </a:bodyPr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63538" y="1146176"/>
            <a:ext cx="4133088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0" indent="0">
              <a:buNone/>
              <a:defRPr sz="2200">
                <a:solidFill>
                  <a:schemeClr val="accent1"/>
                </a:solidFill>
                <a:latin typeface="+mj-lt"/>
              </a:defRPr>
            </a:lvl2pPr>
            <a:lvl3pPr marL="457189" indent="0">
              <a:buNone/>
              <a:defRPr sz="2200">
                <a:solidFill>
                  <a:schemeClr val="accent1"/>
                </a:solidFill>
                <a:latin typeface="+mj-lt"/>
              </a:defRPr>
            </a:lvl3pPr>
            <a:lvl4pPr marL="688958" indent="0">
              <a:buNone/>
              <a:defRPr sz="2200">
                <a:solidFill>
                  <a:schemeClr val="accent1"/>
                </a:solidFill>
                <a:latin typeface="+mj-lt"/>
              </a:defRPr>
            </a:lvl4pPr>
            <a:lvl5pPr marL="914378" indent="0">
              <a:buNone/>
              <a:defRPr sz="22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2"/>
          </p:nvPr>
        </p:nvSpPr>
        <p:spPr>
          <a:xfrm>
            <a:off x="4647374" y="1554481"/>
            <a:ext cx="4133088" cy="292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7374" y="1146176"/>
            <a:ext cx="4133088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0" indent="0">
              <a:buNone/>
              <a:defRPr sz="2200">
                <a:solidFill>
                  <a:schemeClr val="accent1"/>
                </a:solidFill>
                <a:latin typeface="+mj-lt"/>
              </a:defRPr>
            </a:lvl2pPr>
            <a:lvl3pPr marL="457189" indent="0">
              <a:buNone/>
              <a:defRPr sz="2200">
                <a:solidFill>
                  <a:schemeClr val="accent1"/>
                </a:solidFill>
                <a:latin typeface="+mj-lt"/>
              </a:defRPr>
            </a:lvl3pPr>
            <a:lvl4pPr marL="688958" indent="0">
              <a:buNone/>
              <a:defRPr sz="2200">
                <a:solidFill>
                  <a:schemeClr val="accent1"/>
                </a:solidFill>
                <a:latin typeface="+mj-lt"/>
              </a:defRPr>
            </a:lvl4pPr>
            <a:lvl5pPr marL="914378" indent="0">
              <a:buNone/>
              <a:defRPr sz="22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948534395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3121044" y="1007705"/>
            <a:ext cx="2909455" cy="35515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066254" y="1007705"/>
            <a:ext cx="3075709" cy="35515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" y="1007705"/>
            <a:ext cx="3075709" cy="35515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9" y="440247"/>
            <a:ext cx="8416925" cy="492443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spAutoFit/>
          </a:bodyPr>
          <a:lstStyle>
            <a:lvl1pPr algn="l">
              <a:lnSpc>
                <a:spcPct val="100000"/>
              </a:lnSpc>
              <a:defRPr lang="en-US" sz="2600" b="1" kern="1200" spc="0" baseline="0" dirty="0">
                <a:solidFill>
                  <a:schemeClr val="accent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77705043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akeaway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1" y="1007707"/>
            <a:ext cx="6026727" cy="355159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069992" y="1008064"/>
            <a:ext cx="3074009" cy="3551237"/>
          </a:xfrm>
          <a:solidFill>
            <a:schemeClr val="accent1"/>
          </a:solidFill>
        </p:spPr>
        <p:txBody>
          <a:bodyPr lIns="182880" rIns="274320" anchor="ctr"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9" y="440247"/>
            <a:ext cx="8416925" cy="492443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spAutoFit/>
          </a:bodyPr>
          <a:lstStyle>
            <a:lvl1pPr algn="l">
              <a:defRPr sz="2600" b="1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26914921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keaway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1007707"/>
            <a:ext cx="6053327" cy="35489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53327" y="1005841"/>
            <a:ext cx="3099816" cy="3553460"/>
          </a:xfrm>
          <a:solidFill>
            <a:schemeClr val="accent1"/>
          </a:solidFill>
        </p:spPr>
        <p:txBody>
          <a:bodyPr lIns="182880" tIns="91440" rIns="274320" bIns="91440" anchor="ctr" anchorCtr="0"/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63539" y="1280160"/>
            <a:ext cx="5689600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40876975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away (botto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5"/>
            <a:ext cx="9144000" cy="28565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0" y="3908120"/>
            <a:ext cx="9144000" cy="651181"/>
          </a:xfrm>
          <a:solidFill>
            <a:schemeClr val="accent1"/>
          </a:solidFill>
        </p:spPr>
        <p:txBody>
          <a:bodyPr wrap="square" lIns="274320" tIns="91440" rIns="274320" bIns="91440" anchor="ctr" anchorCtr="0"/>
          <a:lstStyle>
            <a:lvl1pPr marL="0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63539" y="1280160"/>
            <a:ext cx="8416925" cy="2424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979684197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5"/>
            <a:ext cx="9144000" cy="28565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0" y="3908120"/>
            <a:ext cx="9144000" cy="651181"/>
          </a:xfrm>
          <a:solidFill>
            <a:schemeClr val="accent1"/>
          </a:solidFill>
        </p:spPr>
        <p:txBody>
          <a:bodyPr wrap="square" lIns="274320" tIns="91440" rIns="274320" bIns="91440" anchor="ctr" anchorCtr="0"/>
          <a:lstStyle>
            <a:lvl1pPr marL="0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0"/>
          </p:nvPr>
        </p:nvSpPr>
        <p:spPr>
          <a:xfrm>
            <a:off x="363539" y="1554481"/>
            <a:ext cx="8416925" cy="2203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363539" y="1146176"/>
            <a:ext cx="8234362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0" indent="0">
              <a:buNone/>
              <a:defRPr sz="2400">
                <a:solidFill>
                  <a:schemeClr val="accent1"/>
                </a:solidFill>
                <a:latin typeface="+mj-lt"/>
              </a:defRPr>
            </a:lvl2pPr>
            <a:lvl3pPr marL="457189" indent="0">
              <a:buNone/>
              <a:defRPr sz="2400">
                <a:solidFill>
                  <a:schemeClr val="accent1"/>
                </a:solidFill>
                <a:latin typeface="+mj-lt"/>
              </a:defRPr>
            </a:lvl3pPr>
            <a:lvl4pPr marL="688958" indent="0">
              <a:buNone/>
              <a:defRPr sz="2400">
                <a:solidFill>
                  <a:schemeClr val="accent1"/>
                </a:solidFill>
                <a:latin typeface="+mj-lt"/>
              </a:defRPr>
            </a:lvl4pPr>
            <a:lvl5pPr marL="914378" indent="0">
              <a:buNone/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13138085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keaway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9069" y="1007707"/>
            <a:ext cx="6554932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" y="1007707"/>
            <a:ext cx="2556164" cy="3551594"/>
          </a:xfrm>
          <a:solidFill>
            <a:schemeClr val="accent1"/>
          </a:solidFill>
        </p:spPr>
        <p:txBody>
          <a:bodyPr lIns="274320" tIns="137160" rIns="91440" bIns="182880" anchor="ctr"/>
          <a:lstStyle>
            <a:lvl1pPr marL="0" indent="0" algn="l"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1pPr>
            <a:lvl2pPr marL="169859" indent="0" algn="ctr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344479" indent="0" algn="ctr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2699359" y="1554480"/>
            <a:ext cx="6081104" cy="2923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2699360" y="1146176"/>
            <a:ext cx="6001729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0" indent="0">
              <a:buNone/>
              <a:defRPr sz="2400">
                <a:solidFill>
                  <a:schemeClr val="accent1"/>
                </a:solidFill>
                <a:latin typeface="+mj-lt"/>
              </a:defRPr>
            </a:lvl2pPr>
            <a:lvl3pPr marL="457189" indent="0">
              <a:buNone/>
              <a:defRPr sz="2400">
                <a:solidFill>
                  <a:schemeClr val="accent1"/>
                </a:solidFill>
                <a:latin typeface="+mj-lt"/>
              </a:defRPr>
            </a:lvl3pPr>
            <a:lvl4pPr marL="688958" indent="0">
              <a:buNone/>
              <a:defRPr sz="2400">
                <a:solidFill>
                  <a:schemeClr val="accent1"/>
                </a:solidFill>
                <a:latin typeface="+mj-lt"/>
              </a:defRPr>
            </a:lvl4pPr>
            <a:lvl5pPr marL="914378" indent="0">
              <a:buNone/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84498310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4613565" y="1007707"/>
            <a:ext cx="2244436" cy="355266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1" y="2833069"/>
            <a:ext cx="2265218" cy="172730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007707"/>
            <a:ext cx="4572000" cy="17844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891543" y="2833069"/>
            <a:ext cx="2244436" cy="17262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889721" y="1007707"/>
            <a:ext cx="2244436" cy="17844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7"/>
          </p:nvPr>
        </p:nvSpPr>
        <p:spPr>
          <a:xfrm>
            <a:off x="2306782" y="2833069"/>
            <a:ext cx="2265218" cy="17262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77855291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007707"/>
            <a:ext cx="9144000" cy="3551594"/>
          </a:xfrm>
        </p:spPr>
        <p:txBody>
          <a:bodyPr lIns="0" tIns="0" rIns="0" bIns="0"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8462617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w/L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739034" y="1173689"/>
            <a:ext cx="2763982" cy="25612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4655127" y="1173689"/>
            <a:ext cx="2763982" cy="25612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1739035" y="3734943"/>
            <a:ext cx="2763693" cy="671804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55417" y="3734943"/>
            <a:ext cx="2763693" cy="671804"/>
          </a:xfrm>
          <a:solidFill>
            <a:schemeClr val="accent1"/>
          </a:solidFill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14286076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" y="1007707"/>
            <a:ext cx="3034145" cy="355159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109856" y="1007707"/>
            <a:ext cx="3034145" cy="355159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3063240" y="1005841"/>
            <a:ext cx="3017520" cy="3553460"/>
          </a:xfrm>
          <a:solidFill>
            <a:schemeClr val="accent1"/>
          </a:solidFill>
        </p:spPr>
        <p:txBody>
          <a:bodyPr lIns="182880" tIns="182880" rIns="182880" bIns="182880" anchor="ctr" anchorCtr="0"/>
          <a:lstStyle>
            <a:lvl1pPr marL="0" indent="0" algn="l">
              <a:spcBef>
                <a:spcPts val="545"/>
              </a:spcBef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97974721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Conten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1007707"/>
            <a:ext cx="6004458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48300" y="1007416"/>
            <a:ext cx="3096491" cy="286312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048299" y="3870543"/>
            <a:ext cx="3096096" cy="688759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63539" y="1280161"/>
            <a:ext cx="5640921" cy="3172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57953146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Content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140023" y="1007707"/>
            <a:ext cx="6003978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-309" y="1007416"/>
            <a:ext cx="3096491" cy="286608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-310" y="3873500"/>
            <a:ext cx="3096096" cy="6858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225452" y="1280161"/>
            <a:ext cx="5555011" cy="3222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99100676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88908904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JPseudoFooter"/>
          <p:cNvSpPr txBox="1"/>
          <p:nvPr userDrawn="1"/>
        </p:nvSpPr>
        <p:spPr>
          <a:xfrm>
            <a:off x="4479636" y="4915357"/>
            <a:ext cx="18473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161068900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2064" y="987552"/>
            <a:ext cx="8119872" cy="1969770"/>
          </a:xfrm>
        </p:spPr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  <a:lvl2pPr>
              <a:defRPr sz="2400"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 baseline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slide text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2315" y="399473"/>
            <a:ext cx="8483447" cy="4924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Arial Bold 28 pt.</a:t>
            </a:r>
          </a:p>
        </p:txBody>
      </p:sp>
    </p:spTree>
    <p:extLst>
      <p:ext uri="{BB962C8B-B14F-4D97-AF65-F5344CB8AC3E}">
        <p14:creationId xmlns:p14="http://schemas.microsoft.com/office/powerpoint/2010/main" val="73958764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538" y="421891"/>
            <a:ext cx="8416925" cy="510717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defRPr lang="en-US" sz="2800" b="1" smtClean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987553"/>
            <a:ext cx="8119872" cy="1877437"/>
          </a:xfrm>
        </p:spPr>
        <p:txBody>
          <a:bodyPr/>
          <a:lstStyle>
            <a:lvl1pPr>
              <a:defRPr sz="22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983328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6250"/>
          <a:stretch>
            <a:fillRect/>
          </a:stretch>
        </p:blipFill>
        <p:spPr>
          <a:xfrm>
            <a:off x="0" y="0"/>
            <a:ext cx="9144000" cy="4000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255" y="4592061"/>
            <a:ext cx="2081852" cy="380285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571501" y="4460430"/>
            <a:ext cx="7449344" cy="294856"/>
          </a:xfrm>
        </p:spPr>
        <p:txBody>
          <a:bodyPr tIns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0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71501" y="4102228"/>
            <a:ext cx="7449344" cy="346274"/>
          </a:xfrm>
        </p:spPr>
        <p:txBody>
          <a:bodyPr rIns="0" anchor="ctr"/>
          <a:lstStyle>
            <a:lvl1pPr marL="0" indent="0" algn="l">
              <a:buNone/>
              <a:defRPr sz="2400" b="1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3" y="1743075"/>
            <a:ext cx="7441435" cy="5143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>
              <a:defRPr sz="3600" b="1" spc="0" baseline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4012277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007708"/>
            <a:ext cx="9144000" cy="3546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7783952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8" y="440249"/>
            <a:ext cx="8416783" cy="492443"/>
          </a:xfrm>
        </p:spPr>
        <p:txBody>
          <a:bodyPr wrap="square" anchor="b">
            <a:spAutoFit/>
          </a:bodyPr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8120983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63540" y="1554483"/>
            <a:ext cx="8416925" cy="292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9" y="440167"/>
            <a:ext cx="8416925" cy="492443"/>
          </a:xfrm>
        </p:spPr>
        <p:txBody>
          <a:bodyPr>
            <a:spAutoFit/>
          </a:bodyPr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63539" y="1146178"/>
            <a:ext cx="8416924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65" indent="0">
              <a:buNone/>
              <a:defRPr sz="2200">
                <a:solidFill>
                  <a:schemeClr val="accent1"/>
                </a:solidFill>
                <a:latin typeface="+mj-lt"/>
              </a:defRPr>
            </a:lvl2pPr>
            <a:lvl3pPr marL="457178" indent="0">
              <a:buNone/>
              <a:defRPr sz="2200">
                <a:solidFill>
                  <a:schemeClr val="accent1"/>
                </a:solidFill>
                <a:latin typeface="+mj-lt"/>
              </a:defRPr>
            </a:lvl3pPr>
            <a:lvl4pPr marL="688941" indent="0">
              <a:buNone/>
              <a:defRPr sz="2200">
                <a:solidFill>
                  <a:schemeClr val="accent1"/>
                </a:solidFill>
                <a:latin typeface="+mj-lt"/>
              </a:defRPr>
            </a:lvl4pPr>
            <a:lvl5pPr marL="914356" indent="0">
              <a:buNone/>
              <a:defRPr sz="22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1103573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3121046" y="1007707"/>
            <a:ext cx="2909455" cy="35515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066255" y="1007707"/>
            <a:ext cx="3075709" cy="35515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2" y="1007707"/>
            <a:ext cx="3075709" cy="355159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40" y="440249"/>
            <a:ext cx="8416925" cy="492443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spAutoFit/>
          </a:bodyPr>
          <a:lstStyle>
            <a:lvl1pPr algn="l">
              <a:lnSpc>
                <a:spcPct val="100000"/>
              </a:lnSpc>
              <a:defRPr lang="en-US" sz="2600" b="1" kern="1200" spc="0" baseline="0" dirty="0">
                <a:solidFill>
                  <a:schemeClr val="accent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0292732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akeaway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2" y="1007707"/>
            <a:ext cx="6026727" cy="355159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069993" y="1008066"/>
            <a:ext cx="3074009" cy="3551237"/>
          </a:xfrm>
          <a:solidFill>
            <a:schemeClr val="accent1"/>
          </a:solidFill>
        </p:spPr>
        <p:txBody>
          <a:bodyPr lIns="182880" rIns="274320" anchor="ctr"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40" y="440249"/>
            <a:ext cx="8416925" cy="492443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spAutoFit/>
          </a:bodyPr>
          <a:lstStyle>
            <a:lvl1pPr algn="l">
              <a:defRPr sz="2600" b="1" spc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6079894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Takeaway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1007707"/>
            <a:ext cx="6053327" cy="35489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53327" y="1005841"/>
            <a:ext cx="3099816" cy="3553460"/>
          </a:xfrm>
          <a:solidFill>
            <a:schemeClr val="accent1"/>
          </a:solidFill>
        </p:spPr>
        <p:txBody>
          <a:bodyPr lIns="182880" tIns="91440" rIns="274320" bIns="91440" anchor="ctr" anchorCtr="0"/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63539" y="1280160"/>
            <a:ext cx="5689600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0839593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keaway (botto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007707"/>
            <a:ext cx="9144000" cy="28565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0" y="3908122"/>
            <a:ext cx="9144000" cy="651181"/>
          </a:xfrm>
          <a:solidFill>
            <a:schemeClr val="accent1"/>
          </a:solidFill>
        </p:spPr>
        <p:txBody>
          <a:bodyPr wrap="square" lIns="274320" tIns="91440" rIns="274320" bIns="91440" anchor="ctr" anchorCtr="0"/>
          <a:lstStyle>
            <a:lvl1pPr marL="0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63540" y="1280160"/>
            <a:ext cx="8416925" cy="2424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4313820"/>
      </p:ext>
    </p:extLst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007707"/>
            <a:ext cx="9144000" cy="28565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0" y="3908122"/>
            <a:ext cx="9144000" cy="651181"/>
          </a:xfrm>
          <a:solidFill>
            <a:schemeClr val="accent1"/>
          </a:solidFill>
        </p:spPr>
        <p:txBody>
          <a:bodyPr wrap="square" lIns="274320" tIns="91440" rIns="274320" bIns="91440" anchor="ctr" anchorCtr="0"/>
          <a:lstStyle>
            <a:lvl1pPr marL="0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0"/>
          </p:nvPr>
        </p:nvSpPr>
        <p:spPr>
          <a:xfrm>
            <a:off x="363540" y="1554481"/>
            <a:ext cx="8416925" cy="2203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363539" y="1146178"/>
            <a:ext cx="8234363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65" indent="0">
              <a:buNone/>
              <a:defRPr sz="2400">
                <a:solidFill>
                  <a:schemeClr val="accent1"/>
                </a:solidFill>
                <a:latin typeface="+mj-lt"/>
              </a:defRPr>
            </a:lvl2pPr>
            <a:lvl3pPr marL="457178" indent="0">
              <a:buNone/>
              <a:defRPr sz="2400">
                <a:solidFill>
                  <a:schemeClr val="accent1"/>
                </a:solidFill>
                <a:latin typeface="+mj-lt"/>
              </a:defRPr>
            </a:lvl3pPr>
            <a:lvl4pPr marL="688941" indent="0">
              <a:buNone/>
              <a:defRPr sz="2400">
                <a:solidFill>
                  <a:schemeClr val="accent1"/>
                </a:solidFill>
                <a:latin typeface="+mj-lt"/>
              </a:defRPr>
            </a:lvl4pPr>
            <a:lvl5pPr marL="914356" indent="0">
              <a:buNone/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511832"/>
      </p:ext>
    </p:extLst>
  </p:cSld>
  <p:clrMapOvr>
    <a:masterClrMapping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Takeaway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9070" y="1007707"/>
            <a:ext cx="6554932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" y="1007707"/>
            <a:ext cx="2556164" cy="3551594"/>
          </a:xfrm>
          <a:solidFill>
            <a:schemeClr val="accent1"/>
          </a:solidFill>
        </p:spPr>
        <p:txBody>
          <a:bodyPr lIns="274320" tIns="137160" rIns="91440" bIns="182880" anchor="ctr"/>
          <a:lstStyle>
            <a:lvl1pPr marL="0" indent="0" algn="l"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1pPr>
            <a:lvl2pPr marL="169854" indent="0" algn="ctr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344470" indent="0" algn="ctr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2699359" y="1554480"/>
            <a:ext cx="6081104" cy="2923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2699361" y="1146178"/>
            <a:ext cx="6001729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65" indent="0">
              <a:buNone/>
              <a:defRPr sz="2400">
                <a:solidFill>
                  <a:schemeClr val="accent1"/>
                </a:solidFill>
                <a:latin typeface="+mj-lt"/>
              </a:defRPr>
            </a:lvl2pPr>
            <a:lvl3pPr marL="457178" indent="0">
              <a:buNone/>
              <a:defRPr sz="2400">
                <a:solidFill>
                  <a:schemeClr val="accent1"/>
                </a:solidFill>
                <a:latin typeface="+mj-lt"/>
              </a:defRPr>
            </a:lvl3pPr>
            <a:lvl4pPr marL="688941" indent="0">
              <a:buNone/>
              <a:defRPr sz="2400">
                <a:solidFill>
                  <a:schemeClr val="accent1"/>
                </a:solidFill>
                <a:latin typeface="+mj-lt"/>
              </a:defRPr>
            </a:lvl4pPr>
            <a:lvl5pPr marL="914356" indent="0">
              <a:buNone/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3052976"/>
      </p:ext>
    </p:extLst>
  </p:cSld>
  <p:clrMapOvr>
    <a:masterClrMapping/>
  </p:clrMapOvr>
  <p:transition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4613566" y="1007709"/>
            <a:ext cx="2244436" cy="355266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1" y="2833071"/>
            <a:ext cx="2265219" cy="172730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007707"/>
            <a:ext cx="4572000" cy="17844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891543" y="2833069"/>
            <a:ext cx="2244436" cy="17262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889722" y="1007707"/>
            <a:ext cx="2244436" cy="17844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7"/>
          </p:nvPr>
        </p:nvSpPr>
        <p:spPr>
          <a:xfrm>
            <a:off x="2306781" y="2833069"/>
            <a:ext cx="2265219" cy="17262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2644764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007707"/>
            <a:ext cx="9144000" cy="3551594"/>
          </a:xfrm>
        </p:spPr>
        <p:txBody>
          <a:bodyPr lIns="0" tIns="0" rIns="0" bIns="0"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1894068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hoto w/L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739034" y="1173691"/>
            <a:ext cx="2763983" cy="25612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4655127" y="1173691"/>
            <a:ext cx="2763983" cy="25612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1739036" y="3734943"/>
            <a:ext cx="2763693" cy="671804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55418" y="3734943"/>
            <a:ext cx="2763693" cy="671804"/>
          </a:xfrm>
          <a:solidFill>
            <a:schemeClr val="accent1"/>
          </a:solidFill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5391926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hotos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2" y="1007707"/>
            <a:ext cx="3034145" cy="355159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109857" y="1007707"/>
            <a:ext cx="3034145" cy="355159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3063240" y="1005841"/>
            <a:ext cx="3017520" cy="3553460"/>
          </a:xfrm>
          <a:solidFill>
            <a:schemeClr val="accent1"/>
          </a:solidFill>
        </p:spPr>
        <p:txBody>
          <a:bodyPr lIns="182880" tIns="182880" rIns="182880" bIns="182880" anchor="ctr" anchorCtr="0"/>
          <a:lstStyle>
            <a:lvl1pPr marL="0" indent="0" algn="l">
              <a:spcBef>
                <a:spcPts val="545"/>
              </a:spcBef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813995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and Conten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007707"/>
            <a:ext cx="6004459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48301" y="1007418"/>
            <a:ext cx="3096491" cy="286312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048299" y="3870545"/>
            <a:ext cx="3096096" cy="688759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63541" y="1280163"/>
            <a:ext cx="5640921" cy="3172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9708517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and Content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40023" y="1007707"/>
            <a:ext cx="6003979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-308" y="1007418"/>
            <a:ext cx="3096491" cy="286608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-311" y="3873500"/>
            <a:ext cx="3096096" cy="6858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225453" y="1280163"/>
            <a:ext cx="5555011" cy="3222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3920086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6613314"/>
      </p:ext>
    </p:extLst>
  </p:cSld>
  <p:clrMapOvr>
    <a:masterClrMapping/>
  </p:clrMapOvr>
  <p:transition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660361"/>
      </p:ext>
    </p:extLst>
  </p:cSld>
  <p:clrMapOvr>
    <a:masterClrMapping/>
  </p:clrMapOvr>
  <p:transition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B2B3B-5C16-4594-BF16-4C385A10A558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1AA3-25F4-4C69-9DFE-8ECEEA99D4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90891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1_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50B24137-05D7-FA7F-8E73-50CFAF0BB3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301" y="4199153"/>
            <a:ext cx="6747771" cy="320256"/>
          </a:xfrm>
        </p:spPr>
        <p:txBody>
          <a:bodyPr tIns="0"/>
          <a:lstStyle>
            <a:lvl1pPr marL="0" indent="0"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425" b="1" i="0" cap="none" spc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4770400-B5E3-8E86-16D3-74444D1AD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301" y="3514249"/>
            <a:ext cx="6747768" cy="51435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150"/>
              </a:lnSpc>
              <a:defRPr sz="2850" b="1" i="0" cap="none" spc="0" baseline="0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9F4E6B-1C6D-07C3-BCA9-E78964CD84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301" y="4415651"/>
            <a:ext cx="6747771" cy="320256"/>
          </a:xfrm>
        </p:spPr>
        <p:txBody>
          <a:bodyPr tIns="0"/>
          <a:lstStyle>
            <a:lvl1pPr marL="0" indent="0"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069" b="0" i="0" cap="none" spc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8BA9991-E50E-8965-C781-50935FCA9F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0560" y="4274477"/>
            <a:ext cx="1320014" cy="314289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A4AD52-FE9E-9AA0-830D-340E2BDD92F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47224"/>
            <a:ext cx="9144000" cy="2463800"/>
          </a:xfrm>
          <a:custGeom>
            <a:avLst/>
            <a:gdLst>
              <a:gd name="connsiteX0" fmla="*/ 2021205 w 12192000"/>
              <a:gd name="connsiteY0" fmla="*/ 40 h 3285067"/>
              <a:gd name="connsiteX1" fmla="*/ 12192000 w 12192000"/>
              <a:gd name="connsiteY1" fmla="*/ 40 h 3285067"/>
              <a:gd name="connsiteX2" fmla="*/ 12192000 w 12192000"/>
              <a:gd name="connsiteY2" fmla="*/ 3285067 h 3285067"/>
              <a:gd name="connsiteX3" fmla="*/ 0 w 12192000"/>
              <a:gd name="connsiteY3" fmla="*/ 3285067 h 3285067"/>
              <a:gd name="connsiteX4" fmla="*/ 0 w 12192000"/>
              <a:gd name="connsiteY4" fmla="*/ 1506224 h 3285067"/>
              <a:gd name="connsiteX5" fmla="*/ 847090 w 12192000"/>
              <a:gd name="connsiteY5" fmla="*/ 409722 h 3285067"/>
              <a:gd name="connsiteX6" fmla="*/ 2021205 w 12192000"/>
              <a:gd name="connsiteY6" fmla="*/ 40 h 328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285067">
                <a:moveTo>
                  <a:pt x="2021205" y="40"/>
                </a:moveTo>
                <a:lnTo>
                  <a:pt x="12192000" y="40"/>
                </a:lnTo>
                <a:lnTo>
                  <a:pt x="12192000" y="3285067"/>
                </a:lnTo>
                <a:lnTo>
                  <a:pt x="0" y="3285067"/>
                </a:lnTo>
                <a:lnTo>
                  <a:pt x="0" y="1506224"/>
                </a:lnTo>
                <a:cubicBezTo>
                  <a:pt x="203835" y="1107957"/>
                  <a:pt x="462280" y="699543"/>
                  <a:pt x="847090" y="409722"/>
                </a:cubicBezTo>
                <a:cubicBezTo>
                  <a:pt x="1038225" y="266397"/>
                  <a:pt x="1391920" y="-3765"/>
                  <a:pt x="2021205" y="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66870005"/>
      </p:ext>
    </p:extLst>
  </p:cSld>
  <p:clrMapOvr>
    <a:masterClrMapping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1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DD3ADD7-6C65-C7B6-F5A3-C8D149E7BE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301" y="4199153"/>
            <a:ext cx="6747771" cy="320256"/>
          </a:xfrm>
        </p:spPr>
        <p:txBody>
          <a:bodyPr tIns="0"/>
          <a:lstStyle>
            <a:lvl1pPr marL="0" indent="0"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425" b="1" i="0" cap="none" spc="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56A9473-9444-A1F0-5B86-11A3C05F6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301" y="3514249"/>
            <a:ext cx="6747768" cy="51435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150"/>
              </a:lnSpc>
              <a:defRPr sz="2850" b="1" i="0" cap="none" spc="0" baseline="0">
                <a:solidFill>
                  <a:schemeClr val="accent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2982034D-4664-2E5A-69EB-08390D2395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301" y="4415651"/>
            <a:ext cx="6747771" cy="320256"/>
          </a:xfrm>
        </p:spPr>
        <p:txBody>
          <a:bodyPr tIns="0"/>
          <a:lstStyle>
            <a:lvl1pPr marL="0" indent="0"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069" b="0" i="0" cap="none" spc="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5C274-2D42-403C-473A-770A4C7681C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47224"/>
            <a:ext cx="9144000" cy="2463800"/>
          </a:xfrm>
          <a:custGeom>
            <a:avLst/>
            <a:gdLst>
              <a:gd name="connsiteX0" fmla="*/ 2021205 w 12192000"/>
              <a:gd name="connsiteY0" fmla="*/ 40 h 3285067"/>
              <a:gd name="connsiteX1" fmla="*/ 12192000 w 12192000"/>
              <a:gd name="connsiteY1" fmla="*/ 40 h 3285067"/>
              <a:gd name="connsiteX2" fmla="*/ 12192000 w 12192000"/>
              <a:gd name="connsiteY2" fmla="*/ 3285067 h 3285067"/>
              <a:gd name="connsiteX3" fmla="*/ 0 w 12192000"/>
              <a:gd name="connsiteY3" fmla="*/ 3285067 h 3285067"/>
              <a:gd name="connsiteX4" fmla="*/ 0 w 12192000"/>
              <a:gd name="connsiteY4" fmla="*/ 1506224 h 3285067"/>
              <a:gd name="connsiteX5" fmla="*/ 847090 w 12192000"/>
              <a:gd name="connsiteY5" fmla="*/ 409722 h 3285067"/>
              <a:gd name="connsiteX6" fmla="*/ 2021205 w 12192000"/>
              <a:gd name="connsiteY6" fmla="*/ 40 h 328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285067">
                <a:moveTo>
                  <a:pt x="2021205" y="40"/>
                </a:moveTo>
                <a:lnTo>
                  <a:pt x="12192000" y="40"/>
                </a:lnTo>
                <a:lnTo>
                  <a:pt x="12192000" y="3285067"/>
                </a:lnTo>
                <a:lnTo>
                  <a:pt x="0" y="3285067"/>
                </a:lnTo>
                <a:lnTo>
                  <a:pt x="0" y="1506224"/>
                </a:lnTo>
                <a:cubicBezTo>
                  <a:pt x="203835" y="1107957"/>
                  <a:pt x="462280" y="699543"/>
                  <a:pt x="847090" y="409722"/>
                </a:cubicBezTo>
                <a:cubicBezTo>
                  <a:pt x="1038225" y="266397"/>
                  <a:pt x="1391920" y="-3765"/>
                  <a:pt x="2021205" y="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A1C1D5B-0DAB-DA38-12BB-A3F36F8A11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0560" y="4274477"/>
            <a:ext cx="1320014" cy="31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35349"/>
      </p:ext>
    </p:extLst>
  </p:cSld>
  <p:clrMapOvr>
    <a:masterClrMapping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2_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D97F866D-C535-8B25-290D-B9A16BD990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301" y="2033823"/>
            <a:ext cx="6747771" cy="320256"/>
          </a:xfrm>
        </p:spPr>
        <p:txBody>
          <a:bodyPr tIns="0"/>
          <a:lstStyle>
            <a:lvl1pPr marL="0" indent="0"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425" b="1" i="0" cap="none" spc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B73E3BC-9FC7-7368-4543-7697BFB3D5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301" y="1348919"/>
            <a:ext cx="6747768" cy="51435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150"/>
              </a:lnSpc>
              <a:defRPr sz="2850" b="1" i="0" cap="none" spc="0" baseline="0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C83F00A-0D83-4373-E33A-CF63E5680A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301" y="2250321"/>
            <a:ext cx="6747771" cy="320256"/>
          </a:xfrm>
        </p:spPr>
        <p:txBody>
          <a:bodyPr tIns="0"/>
          <a:lstStyle>
            <a:lvl1pPr marL="0" indent="0"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069" b="0" i="0" cap="none" spc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4D27B2B-D576-D71C-59A8-B9F113604B3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727302"/>
            <a:ext cx="9144000" cy="2157122"/>
          </a:xfrm>
          <a:custGeom>
            <a:avLst/>
            <a:gdLst>
              <a:gd name="connsiteX0" fmla="*/ 1781810 w 12192000"/>
              <a:gd name="connsiteY0" fmla="*/ 31 h 2876162"/>
              <a:gd name="connsiteX1" fmla="*/ 12192000 w 12192000"/>
              <a:gd name="connsiteY1" fmla="*/ 31 h 2876162"/>
              <a:gd name="connsiteX2" fmla="*/ 12192000 w 12192000"/>
              <a:gd name="connsiteY2" fmla="*/ 2876162 h 2876162"/>
              <a:gd name="connsiteX3" fmla="*/ 0 w 12192000"/>
              <a:gd name="connsiteY3" fmla="*/ 2876162 h 2876162"/>
              <a:gd name="connsiteX4" fmla="*/ 0 w 12192000"/>
              <a:gd name="connsiteY4" fmla="*/ 1342353 h 2876162"/>
              <a:gd name="connsiteX5" fmla="*/ 753745 w 12192000"/>
              <a:gd name="connsiteY5" fmla="*/ 358915 h 2876162"/>
              <a:gd name="connsiteX6" fmla="*/ 1781810 w 12192000"/>
              <a:gd name="connsiteY6" fmla="*/ 31 h 287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2876162">
                <a:moveTo>
                  <a:pt x="1781810" y="31"/>
                </a:moveTo>
                <a:lnTo>
                  <a:pt x="12192000" y="31"/>
                </a:lnTo>
                <a:lnTo>
                  <a:pt x="12192000" y="2876162"/>
                </a:lnTo>
                <a:lnTo>
                  <a:pt x="0" y="2876162"/>
                </a:lnTo>
                <a:lnTo>
                  <a:pt x="0" y="1342353"/>
                </a:lnTo>
                <a:cubicBezTo>
                  <a:pt x="180341" y="986007"/>
                  <a:pt x="408940" y="618248"/>
                  <a:pt x="753745" y="358915"/>
                </a:cubicBezTo>
                <a:cubicBezTo>
                  <a:pt x="921385" y="232734"/>
                  <a:pt x="1231265" y="-3139"/>
                  <a:pt x="1781810" y="31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98945A5-9CA2-F0C7-7DFE-454036D91D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0560" y="2112582"/>
            <a:ext cx="1320014" cy="31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35702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BE11003-33E3-C602-1590-A0E78DE24A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301" y="2033823"/>
            <a:ext cx="6747771" cy="320256"/>
          </a:xfrm>
        </p:spPr>
        <p:txBody>
          <a:bodyPr tIns="0"/>
          <a:lstStyle>
            <a:lvl1pPr marL="0" indent="0"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425" b="1" i="0" cap="none" spc="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A5EE928-3886-45B3-67DE-39C5D24FA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301" y="1348919"/>
            <a:ext cx="6747768" cy="51435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150"/>
              </a:lnSpc>
              <a:defRPr sz="2850" b="1" i="0" cap="none" spc="0" baseline="0">
                <a:solidFill>
                  <a:schemeClr val="accent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D5E1E0F3-8278-99F7-3887-286AEFCDD3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301" y="2250321"/>
            <a:ext cx="6747771" cy="320256"/>
          </a:xfrm>
        </p:spPr>
        <p:txBody>
          <a:bodyPr tIns="0"/>
          <a:lstStyle>
            <a:lvl1pPr marL="0" indent="0"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069" b="0" i="0" cap="none" spc="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3F56E97-E395-3C7D-D75B-6CBEFC9944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727302"/>
            <a:ext cx="9144000" cy="2157122"/>
          </a:xfrm>
          <a:custGeom>
            <a:avLst/>
            <a:gdLst>
              <a:gd name="connsiteX0" fmla="*/ 1781810 w 12192000"/>
              <a:gd name="connsiteY0" fmla="*/ 31 h 2876162"/>
              <a:gd name="connsiteX1" fmla="*/ 12192000 w 12192000"/>
              <a:gd name="connsiteY1" fmla="*/ 31 h 2876162"/>
              <a:gd name="connsiteX2" fmla="*/ 12192000 w 12192000"/>
              <a:gd name="connsiteY2" fmla="*/ 2876162 h 2876162"/>
              <a:gd name="connsiteX3" fmla="*/ 0 w 12192000"/>
              <a:gd name="connsiteY3" fmla="*/ 2876162 h 2876162"/>
              <a:gd name="connsiteX4" fmla="*/ 0 w 12192000"/>
              <a:gd name="connsiteY4" fmla="*/ 1342353 h 2876162"/>
              <a:gd name="connsiteX5" fmla="*/ 753745 w 12192000"/>
              <a:gd name="connsiteY5" fmla="*/ 358915 h 2876162"/>
              <a:gd name="connsiteX6" fmla="*/ 1781810 w 12192000"/>
              <a:gd name="connsiteY6" fmla="*/ 31 h 2876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2876162">
                <a:moveTo>
                  <a:pt x="1781810" y="31"/>
                </a:moveTo>
                <a:lnTo>
                  <a:pt x="12192000" y="31"/>
                </a:lnTo>
                <a:lnTo>
                  <a:pt x="12192000" y="2876162"/>
                </a:lnTo>
                <a:lnTo>
                  <a:pt x="0" y="2876162"/>
                </a:lnTo>
                <a:lnTo>
                  <a:pt x="0" y="1342353"/>
                </a:lnTo>
                <a:cubicBezTo>
                  <a:pt x="180341" y="986007"/>
                  <a:pt x="408940" y="618248"/>
                  <a:pt x="753745" y="358915"/>
                </a:cubicBezTo>
                <a:cubicBezTo>
                  <a:pt x="921385" y="232734"/>
                  <a:pt x="1231265" y="-3139"/>
                  <a:pt x="1781810" y="31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6EE47-8032-AF6F-FABF-6E7F10DE4B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0560" y="2112582"/>
            <a:ext cx="1320014" cy="31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23634"/>
      </p:ext>
    </p:extLst>
  </p:cSld>
  <p:clrMapOvr>
    <a:masterClrMapping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2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963B71A-4388-F238-AD31-D2DBEA79009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9828F19-FF7E-1521-AB61-7F8E4A657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75928" y="1966747"/>
            <a:ext cx="1990725" cy="473982"/>
          </a:xfrm>
          <a:prstGeom prst="rect">
            <a:avLst/>
          </a:prstGeom>
        </p:spPr>
      </p:pic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331CF89D-C1C4-8171-0803-9D2EC23283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301" y="4199153"/>
            <a:ext cx="6747771" cy="320256"/>
          </a:xfrm>
        </p:spPr>
        <p:txBody>
          <a:bodyPr tIns="0"/>
          <a:lstStyle>
            <a:lvl1pPr marL="0" indent="0"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425" b="1" i="0" cap="none" spc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1DE13AB1-A8F8-B630-7248-D1B4D6C2FF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301" y="4415651"/>
            <a:ext cx="6747771" cy="320256"/>
          </a:xfrm>
        </p:spPr>
        <p:txBody>
          <a:bodyPr tIns="0"/>
          <a:lstStyle>
            <a:lvl1pPr marL="0" indent="0"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069" b="0" i="0" cap="none" spc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1A2AE21-FE10-95F6-6EAF-72DCE25B76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301" y="3514249"/>
            <a:ext cx="6747768" cy="51435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150"/>
              </a:lnSpc>
              <a:defRPr sz="2850" b="1" i="0" cap="none" spc="0" baseline="0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A8496469-D70B-10BF-0592-AF37C2FE5D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715" r="28273"/>
          <a:stretch/>
        </p:blipFill>
        <p:spPr>
          <a:xfrm>
            <a:off x="0" y="377848"/>
            <a:ext cx="9143999" cy="291990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47FC550-B0A3-CD26-E090-2C7499C94B5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10560" y="4274477"/>
            <a:ext cx="1320014" cy="31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4643"/>
      </p:ext>
    </p:extLst>
  </p:cSld>
  <p:clrMapOvr>
    <a:masterClrMapping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3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F0480007-88D5-CC08-E690-0D2A587EC2B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7AA08890-C485-34DF-5ECD-52D95522C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301" y="4199153"/>
            <a:ext cx="6747771" cy="320256"/>
          </a:xfrm>
        </p:spPr>
        <p:txBody>
          <a:bodyPr tIns="0"/>
          <a:lstStyle>
            <a:lvl1pPr marL="0" indent="0"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425" b="1" i="0" cap="none" spc="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D13C9E7-015A-9060-8A00-B217FC75C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301" y="3514249"/>
            <a:ext cx="6747768" cy="51435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150"/>
              </a:lnSpc>
              <a:defRPr sz="2850" b="1" i="0" cap="none" spc="0" baseline="0">
                <a:solidFill>
                  <a:schemeClr val="accent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A31B3807-1489-CAA0-5705-0C3FFD4AFE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301" y="4415651"/>
            <a:ext cx="6747771" cy="320256"/>
          </a:xfrm>
        </p:spPr>
        <p:txBody>
          <a:bodyPr tIns="0"/>
          <a:lstStyle>
            <a:lvl1pPr marL="0" indent="0"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069" b="0" i="0" cap="none" spc="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094DDB1-9376-22E5-801C-9ED1A18332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715" r="28273"/>
          <a:stretch/>
        </p:blipFill>
        <p:spPr>
          <a:xfrm>
            <a:off x="0" y="377848"/>
            <a:ext cx="9143999" cy="291990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56695F1-0166-D86D-6A54-F901CD88C1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0560" y="4274477"/>
            <a:ext cx="1320014" cy="31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82166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6">
            <a:extLst>
              <a:ext uri="{FF2B5EF4-FFF2-40B4-BE49-F238E27FC236}">
                <a16:creationId xmlns:a16="http://schemas.microsoft.com/office/drawing/2014/main" id="{E03C9051-71C2-8818-7195-7AFD1A616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4" y="274321"/>
            <a:ext cx="8596313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7022A7-4BA8-FCB7-5074-1B56CECD6DF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3844" y="1181100"/>
            <a:ext cx="8596313" cy="3086100"/>
          </a:xfrm>
        </p:spPr>
        <p:txBody>
          <a:bodyPr/>
          <a:lstStyle>
            <a:lvl1pPr marL="377190" indent="-377190">
              <a:lnSpc>
                <a:spcPct val="120000"/>
              </a:lnSpc>
              <a:buSzPct val="100000"/>
              <a:buFont typeface="+mj-lt"/>
              <a:buAutoNum type="arabicPeriod"/>
              <a:defRPr sz="2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82633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6">
            <a:extLst>
              <a:ext uri="{FF2B5EF4-FFF2-40B4-BE49-F238E27FC236}">
                <a16:creationId xmlns:a16="http://schemas.microsoft.com/office/drawing/2014/main" id="{D43F4DDF-9B26-0FD6-2240-8FE31F6CB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4" y="274321"/>
            <a:ext cx="8596313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508335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7022A7-4BA8-FCB7-5074-1B56CECD6DF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5464" y="1181100"/>
            <a:ext cx="8594693" cy="30861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0226E-F82D-52DF-2FCC-6209BED09E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5463" y="4375404"/>
            <a:ext cx="6614505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6" name="Title Placeholder 6">
            <a:extLst>
              <a:ext uri="{FF2B5EF4-FFF2-40B4-BE49-F238E27FC236}">
                <a16:creationId xmlns:a16="http://schemas.microsoft.com/office/drawing/2014/main" id="{8607E7D1-CF96-748D-19F0-853D3F7E4A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4" y="274321"/>
            <a:ext cx="8596313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413169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Content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7022A7-4BA8-FCB7-5074-1B56CECD6DF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3845" y="1620982"/>
            <a:ext cx="8596312" cy="26462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EF57AC-E6C8-F910-79ED-F76FB3BED9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3845" y="1181100"/>
            <a:ext cx="8596312" cy="309563"/>
          </a:xfrm>
        </p:spPr>
        <p:txBody>
          <a:bodyPr/>
          <a:lstStyle>
            <a:lvl1pPr marL="0" indent="0">
              <a:buNone/>
              <a:defRPr b="1" i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30EA408-BDA5-1120-95AB-259BA4578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845" y="4375404"/>
            <a:ext cx="6615750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4" name="Title Placeholder 6">
            <a:extLst>
              <a:ext uri="{FF2B5EF4-FFF2-40B4-BE49-F238E27FC236}">
                <a16:creationId xmlns:a16="http://schemas.microsoft.com/office/drawing/2014/main" id="{3700745A-22BA-4BE9-1AAC-1A73B9321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4" y="274321"/>
            <a:ext cx="8596313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290434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7022A7-4BA8-FCB7-5074-1B56CECD6DF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5465" y="1181101"/>
            <a:ext cx="4183380" cy="3086100"/>
          </a:xfrm>
        </p:spPr>
        <p:txBody>
          <a:bodyPr/>
          <a:lstStyle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52D3A1C-FC42-4C3C-CA91-0E85AFCC5B1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85157" y="1181100"/>
            <a:ext cx="4183380" cy="3086100"/>
          </a:xfrm>
        </p:spPr>
        <p:txBody>
          <a:bodyPr/>
          <a:lstStyle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A034C5-A832-E1B1-D39A-FCC64F350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463" y="4375404"/>
            <a:ext cx="6144768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6" name="Title Placeholder 6">
            <a:extLst>
              <a:ext uri="{FF2B5EF4-FFF2-40B4-BE49-F238E27FC236}">
                <a16:creationId xmlns:a16="http://schemas.microsoft.com/office/drawing/2014/main" id="{ED9B9CF2-FE37-6774-EB33-7981342450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4" y="274321"/>
            <a:ext cx="8596313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389312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7022A7-4BA8-FCB7-5074-1B56CECD6DF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3845" y="1181101"/>
            <a:ext cx="2789853" cy="3086100"/>
          </a:xfrm>
        </p:spPr>
        <p:txBody>
          <a:bodyPr/>
          <a:lstStyle>
            <a:lvl2pPr>
              <a:spcAft>
                <a:spcPts val="750"/>
              </a:spcAft>
              <a:defRPr sz="1200"/>
            </a:lvl2pPr>
            <a:lvl3pPr>
              <a:spcAft>
                <a:spcPts val="300"/>
              </a:spcAft>
              <a:defRPr sz="9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52D3A1C-FC42-4C3C-CA91-0E85AFCC5B1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177074" y="1181100"/>
            <a:ext cx="2789853" cy="3086100"/>
          </a:xfrm>
        </p:spPr>
        <p:txBody>
          <a:bodyPr/>
          <a:lstStyle>
            <a:lvl2pPr>
              <a:spcAft>
                <a:spcPts val="750"/>
              </a:spcAft>
              <a:defRPr sz="1200"/>
            </a:lvl2pPr>
            <a:lvl3pPr>
              <a:spcAft>
                <a:spcPts val="300"/>
              </a:spcAft>
              <a:defRPr sz="9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47DC95C-3894-C033-5E7E-06964A9EE73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80304" y="1181100"/>
            <a:ext cx="2789853" cy="3086100"/>
          </a:xfrm>
        </p:spPr>
        <p:txBody>
          <a:bodyPr/>
          <a:lstStyle>
            <a:lvl2pPr>
              <a:spcAft>
                <a:spcPts val="750"/>
              </a:spcAft>
              <a:defRPr sz="1200"/>
            </a:lvl2pPr>
            <a:lvl3pPr>
              <a:spcAft>
                <a:spcPts val="300"/>
              </a:spcAft>
              <a:defRPr sz="9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8292EC5-755A-AD53-D396-EDEDEF1995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845" y="4375404"/>
            <a:ext cx="6726058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D9F04FC0-05F8-874B-C784-F53E61719C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4" y="274321"/>
            <a:ext cx="8596313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744814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7022A7-4BA8-FCB7-5074-1B56CECD6DF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3844" y="1181101"/>
            <a:ext cx="2057400" cy="3086100"/>
          </a:xfrm>
        </p:spPr>
        <p:txBody>
          <a:bodyPr/>
          <a:lstStyle>
            <a:lvl2pPr>
              <a:spcAft>
                <a:spcPts val="750"/>
              </a:spcAft>
              <a:defRPr sz="1200"/>
            </a:lvl2pPr>
            <a:lvl3pPr>
              <a:spcAft>
                <a:spcPts val="300"/>
              </a:spcAft>
              <a:defRPr sz="9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52D3A1C-FC42-4C3C-CA91-0E85AFCC5B1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475255" y="1181100"/>
            <a:ext cx="2057400" cy="3086100"/>
          </a:xfrm>
        </p:spPr>
        <p:txBody>
          <a:bodyPr/>
          <a:lstStyle>
            <a:lvl2pPr>
              <a:spcAft>
                <a:spcPts val="750"/>
              </a:spcAft>
              <a:defRPr sz="1200"/>
            </a:lvl2pPr>
            <a:lvl3pPr>
              <a:spcAft>
                <a:spcPts val="300"/>
              </a:spcAft>
              <a:defRPr sz="9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47DC95C-3894-C033-5E7E-06964A9EE73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76666" y="1181100"/>
            <a:ext cx="2057400" cy="3086100"/>
          </a:xfrm>
        </p:spPr>
        <p:txBody>
          <a:bodyPr/>
          <a:lstStyle>
            <a:lvl2pPr>
              <a:spcAft>
                <a:spcPts val="750"/>
              </a:spcAft>
              <a:defRPr sz="1200"/>
            </a:lvl2pPr>
            <a:lvl3pPr>
              <a:spcAft>
                <a:spcPts val="300"/>
              </a:spcAft>
              <a:defRPr sz="9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EFF3AA82-AE0B-AD34-C046-B1F38464DAA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78078" y="1181100"/>
            <a:ext cx="2057400" cy="3086100"/>
          </a:xfrm>
        </p:spPr>
        <p:txBody>
          <a:bodyPr/>
          <a:lstStyle>
            <a:lvl2pPr>
              <a:spcAft>
                <a:spcPts val="750"/>
              </a:spcAft>
              <a:defRPr sz="1200"/>
            </a:lvl2pPr>
            <a:lvl3pPr>
              <a:spcAft>
                <a:spcPts val="300"/>
              </a:spcAft>
              <a:defRPr sz="9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2349EDF-094A-F8D5-DF3C-B393DF4C69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844" y="4375404"/>
            <a:ext cx="6144768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3AC57BCA-9504-14FA-3E4A-E04C08C6D4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4" y="274321"/>
            <a:ext cx="8596313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038308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7022A7-4BA8-FCB7-5074-1B56CECD6DF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3844" y="1181101"/>
            <a:ext cx="1577340" cy="3086100"/>
          </a:xfrm>
        </p:spPr>
        <p:txBody>
          <a:bodyPr/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200"/>
            </a:lvl1pPr>
            <a:lvl2pPr marL="302419" indent="-16430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900"/>
            </a:lvl2pPr>
            <a:lvl3pPr marL="432197" indent="-129779">
              <a:lnSpc>
                <a:spcPct val="100000"/>
              </a:lnSpc>
              <a:spcAft>
                <a:spcPts val="300"/>
              </a:spcAft>
              <a:tabLst/>
              <a:defRPr sz="750"/>
            </a:lvl3pPr>
            <a:lvl4pPr marL="561975" indent="-138113">
              <a:lnSpc>
                <a:spcPct val="100000"/>
              </a:lnSpc>
              <a:spcAft>
                <a:spcPts val="300"/>
              </a:spcAft>
              <a:tabLst/>
              <a:defRPr sz="1050"/>
            </a:lvl4pPr>
            <a:lvl5pPr marL="648891" indent="-95250">
              <a:lnSpc>
                <a:spcPct val="100000"/>
              </a:lnSpc>
              <a:spcAft>
                <a:spcPts val="300"/>
              </a:spcAft>
              <a:tabLst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9CA8025-E18F-AF52-8012-84B0EEA4E6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3844" y="4375404"/>
            <a:ext cx="6756749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92B8C37-C476-EF02-3D59-38DEB792D3C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28587" y="1181101"/>
            <a:ext cx="1577340" cy="3086100"/>
          </a:xfrm>
        </p:spPr>
        <p:txBody>
          <a:bodyPr/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200"/>
            </a:lvl1pPr>
            <a:lvl2pPr marL="302419" indent="-16430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900"/>
            </a:lvl2pPr>
            <a:lvl3pPr marL="432197" indent="-129779">
              <a:lnSpc>
                <a:spcPct val="100000"/>
              </a:lnSpc>
              <a:spcAft>
                <a:spcPts val="300"/>
              </a:spcAft>
              <a:tabLst/>
              <a:defRPr sz="750"/>
            </a:lvl3pPr>
            <a:lvl4pPr marL="561975" indent="-138113">
              <a:lnSpc>
                <a:spcPct val="100000"/>
              </a:lnSpc>
              <a:spcAft>
                <a:spcPts val="300"/>
              </a:spcAft>
              <a:tabLst/>
              <a:defRPr sz="1050"/>
            </a:lvl4pPr>
            <a:lvl5pPr marL="648891" indent="-95250">
              <a:lnSpc>
                <a:spcPct val="100000"/>
              </a:lnSpc>
              <a:spcAft>
                <a:spcPts val="300"/>
              </a:spcAft>
              <a:tabLst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A16B268-7CAE-0403-574A-E59D6AE9B8D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783331" y="1181101"/>
            <a:ext cx="1577340" cy="3086100"/>
          </a:xfrm>
        </p:spPr>
        <p:txBody>
          <a:bodyPr/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200"/>
            </a:lvl1pPr>
            <a:lvl2pPr marL="302419" indent="-16430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900"/>
            </a:lvl2pPr>
            <a:lvl3pPr marL="432197" indent="-129779">
              <a:lnSpc>
                <a:spcPct val="100000"/>
              </a:lnSpc>
              <a:spcAft>
                <a:spcPts val="300"/>
              </a:spcAft>
              <a:tabLst/>
              <a:defRPr sz="750"/>
            </a:lvl3pPr>
            <a:lvl4pPr marL="561975" indent="-138113">
              <a:lnSpc>
                <a:spcPct val="100000"/>
              </a:lnSpc>
              <a:spcAft>
                <a:spcPts val="300"/>
              </a:spcAft>
              <a:tabLst/>
              <a:defRPr sz="1050"/>
            </a:lvl4pPr>
            <a:lvl5pPr marL="648891" indent="-95250">
              <a:lnSpc>
                <a:spcPct val="100000"/>
              </a:lnSpc>
              <a:spcAft>
                <a:spcPts val="300"/>
              </a:spcAft>
              <a:tabLst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943DB4D-045D-1D8E-9EC7-A2EB9C0A40F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538074" y="1181101"/>
            <a:ext cx="1577340" cy="3086100"/>
          </a:xfrm>
        </p:spPr>
        <p:txBody>
          <a:bodyPr/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200"/>
            </a:lvl1pPr>
            <a:lvl2pPr marL="302419" indent="-16430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900"/>
            </a:lvl2pPr>
            <a:lvl3pPr marL="432197" indent="-129779">
              <a:lnSpc>
                <a:spcPct val="100000"/>
              </a:lnSpc>
              <a:spcAft>
                <a:spcPts val="300"/>
              </a:spcAft>
              <a:tabLst/>
              <a:defRPr sz="750"/>
            </a:lvl3pPr>
            <a:lvl4pPr marL="561975" indent="-138113">
              <a:lnSpc>
                <a:spcPct val="100000"/>
              </a:lnSpc>
              <a:spcAft>
                <a:spcPts val="300"/>
              </a:spcAft>
              <a:tabLst/>
              <a:defRPr sz="1050"/>
            </a:lvl4pPr>
            <a:lvl5pPr marL="648891" indent="-95250">
              <a:lnSpc>
                <a:spcPct val="100000"/>
              </a:lnSpc>
              <a:spcAft>
                <a:spcPts val="300"/>
              </a:spcAft>
              <a:tabLst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EE4EDEB-E1CB-C3A8-8FFC-D77B7FE59F4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292816" y="1181101"/>
            <a:ext cx="1577340" cy="3086100"/>
          </a:xfrm>
        </p:spPr>
        <p:txBody>
          <a:bodyPr/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1200"/>
            </a:lvl1pPr>
            <a:lvl2pPr marL="302419" indent="-16430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900"/>
            </a:lvl2pPr>
            <a:lvl3pPr marL="432197" indent="-129779">
              <a:lnSpc>
                <a:spcPct val="100000"/>
              </a:lnSpc>
              <a:spcAft>
                <a:spcPts val="300"/>
              </a:spcAft>
              <a:tabLst/>
              <a:defRPr sz="750"/>
            </a:lvl3pPr>
            <a:lvl4pPr marL="561975" indent="-138113">
              <a:lnSpc>
                <a:spcPct val="100000"/>
              </a:lnSpc>
              <a:spcAft>
                <a:spcPts val="300"/>
              </a:spcAft>
              <a:tabLst/>
              <a:defRPr sz="1050"/>
            </a:lvl4pPr>
            <a:lvl5pPr marL="648891" indent="-95250">
              <a:lnSpc>
                <a:spcPct val="100000"/>
              </a:lnSpc>
              <a:spcAft>
                <a:spcPts val="300"/>
              </a:spcAft>
              <a:tabLst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Placeholder 6">
            <a:extLst>
              <a:ext uri="{FF2B5EF4-FFF2-40B4-BE49-F238E27FC236}">
                <a16:creationId xmlns:a16="http://schemas.microsoft.com/office/drawing/2014/main" id="{E966EDDA-B729-2768-E361-EBEBC77F7D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4" y="274321"/>
            <a:ext cx="8596313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919928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Two Columns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43CB082-12A6-FFE7-88AA-E3AD7C2383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843" y="1181100"/>
            <a:ext cx="4183380" cy="309563"/>
          </a:xfrm>
        </p:spPr>
        <p:txBody>
          <a:bodyPr/>
          <a:lstStyle>
            <a:lvl1pPr marL="0" indent="0">
              <a:buNone/>
              <a:defRPr b="1" i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F398F3-8E7A-E3D1-037D-8C143B1ED2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6776" y="1181100"/>
            <a:ext cx="4183380" cy="309563"/>
          </a:xfrm>
        </p:spPr>
        <p:txBody>
          <a:bodyPr/>
          <a:lstStyle>
            <a:lvl1pPr marL="0" indent="0">
              <a:buNone/>
              <a:defRPr b="1" i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E42C471-811A-8821-090E-A08A12DE83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844" y="4375404"/>
            <a:ext cx="6144768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4804418B-EF3D-3A32-BD87-8F570DEC5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73843" y="1620982"/>
            <a:ext cx="4183380" cy="2646219"/>
          </a:xfrm>
        </p:spPr>
        <p:txBody>
          <a:bodyPr/>
          <a:lstStyle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B60EB6CF-D235-6640-C96B-41EB4165275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86776" y="1620981"/>
            <a:ext cx="4183380" cy="2646219"/>
          </a:xfrm>
        </p:spPr>
        <p:txBody>
          <a:bodyPr/>
          <a:lstStyle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Placeholder 6">
            <a:extLst>
              <a:ext uri="{FF2B5EF4-FFF2-40B4-BE49-F238E27FC236}">
                <a16:creationId xmlns:a16="http://schemas.microsoft.com/office/drawing/2014/main" id="{352F4CF6-3E20-6E01-EBFA-446DEA4BE2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4" y="274321"/>
            <a:ext cx="8596313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215560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42674021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_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F1C7D-11D0-233B-4E6A-74BE1B917F1D}"/>
              </a:ext>
            </a:extLst>
          </p:cNvPr>
          <p:cNvSpPr/>
          <p:nvPr userDrawn="1"/>
        </p:nvSpPr>
        <p:spPr>
          <a:xfrm>
            <a:off x="6977743" y="4465692"/>
            <a:ext cx="2166257" cy="677808"/>
          </a:xfrm>
          <a:prstGeom prst="rect">
            <a:avLst/>
          </a:prstGeom>
          <a:solidFill>
            <a:schemeClr val="bg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  <p:sp>
        <p:nvSpPr>
          <p:cNvPr id="5" name="Title Placeholder 6">
            <a:extLst>
              <a:ext uri="{FF2B5EF4-FFF2-40B4-BE49-F238E27FC236}">
                <a16:creationId xmlns:a16="http://schemas.microsoft.com/office/drawing/2014/main" id="{CAEFDB29-B66E-4211-4F23-985ACA892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4" y="274321"/>
            <a:ext cx="8596313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177325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5D086-7732-CE90-18C3-44F516A9F55C}"/>
              </a:ext>
            </a:extLst>
          </p:cNvPr>
          <p:cNvSpPr/>
          <p:nvPr userDrawn="1"/>
        </p:nvSpPr>
        <p:spPr>
          <a:xfrm>
            <a:off x="6977743" y="4465692"/>
            <a:ext cx="2166257" cy="677808"/>
          </a:xfrm>
          <a:prstGeom prst="rect">
            <a:avLst/>
          </a:prstGeom>
          <a:solidFill>
            <a:schemeClr val="bg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C585A90-46EE-51C9-716B-779C2BE03F4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2216" y="1181100"/>
            <a:ext cx="8599132" cy="30861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1721425-C3AC-D731-5446-FBFC6832DB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2215" y="4375404"/>
            <a:ext cx="6616934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C052F27-8D60-2ED1-70B8-F8566EC7E2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4" y="274321"/>
            <a:ext cx="8596313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009798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Content_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5D086-7732-CE90-18C3-44F516A9F55C}"/>
              </a:ext>
            </a:extLst>
          </p:cNvPr>
          <p:cNvSpPr/>
          <p:nvPr userDrawn="1"/>
        </p:nvSpPr>
        <p:spPr>
          <a:xfrm>
            <a:off x="6977743" y="4465692"/>
            <a:ext cx="2166257" cy="677808"/>
          </a:xfrm>
          <a:prstGeom prst="rect">
            <a:avLst/>
          </a:prstGeom>
          <a:solidFill>
            <a:schemeClr val="bg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FA49E9DD-78F6-5597-EB84-D7AB1218F25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2216" y="1620982"/>
            <a:ext cx="8597941" cy="26462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B77F65-3156-B299-8A6C-78C84D9403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216" y="1181100"/>
            <a:ext cx="8597941" cy="309563"/>
          </a:xfrm>
        </p:spPr>
        <p:txBody>
          <a:bodyPr/>
          <a:lstStyle>
            <a:lvl1pPr marL="0" indent="0">
              <a:buNone/>
              <a:defRPr b="1" i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A54EF56-3344-6E40-FBB0-A7F8C2235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2216" y="4375404"/>
            <a:ext cx="6617004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9" name="Title Placeholder 6">
            <a:extLst>
              <a:ext uri="{FF2B5EF4-FFF2-40B4-BE49-F238E27FC236}">
                <a16:creationId xmlns:a16="http://schemas.microsoft.com/office/drawing/2014/main" id="{22CFE453-07B9-F657-7165-293B06467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4" y="274321"/>
            <a:ext cx="8596313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201441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_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D9B8EE-BC3B-7E56-2BBE-6D2C370C65A1}"/>
              </a:ext>
            </a:extLst>
          </p:cNvPr>
          <p:cNvSpPr/>
          <p:nvPr userDrawn="1"/>
        </p:nvSpPr>
        <p:spPr>
          <a:xfrm>
            <a:off x="6977743" y="4465692"/>
            <a:ext cx="2166257" cy="677808"/>
          </a:xfrm>
          <a:prstGeom prst="rect">
            <a:avLst/>
          </a:prstGeom>
          <a:solidFill>
            <a:schemeClr val="bg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C16E4CD3-9E39-972B-822E-2FB6F88681F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2217" y="1181101"/>
            <a:ext cx="4183380" cy="30861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40973E-97B8-CC18-DF83-D8E5458BFF4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88405" y="1181100"/>
            <a:ext cx="4183380" cy="30861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5F4F868-6A57-BD2C-72A2-6C2D05DC0D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216" y="4375404"/>
            <a:ext cx="6144768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4DF18F99-C415-6A21-53F7-F81A1461B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4" y="274321"/>
            <a:ext cx="8596313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033661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Two Columns_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D6D003-1246-E709-2DF8-74F1C8A9B5A4}"/>
              </a:ext>
            </a:extLst>
          </p:cNvPr>
          <p:cNvSpPr/>
          <p:nvPr userDrawn="1"/>
        </p:nvSpPr>
        <p:spPr>
          <a:xfrm>
            <a:off x="6977743" y="4465692"/>
            <a:ext cx="2166257" cy="677808"/>
          </a:xfrm>
          <a:prstGeom prst="rect">
            <a:avLst/>
          </a:prstGeom>
          <a:solidFill>
            <a:schemeClr val="bg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F3BF7B5-F230-E96D-98D7-CF567A21CD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845" y="1181100"/>
            <a:ext cx="4183380" cy="309563"/>
          </a:xfrm>
        </p:spPr>
        <p:txBody>
          <a:bodyPr/>
          <a:lstStyle>
            <a:lvl1pPr marL="0" indent="0">
              <a:buNone/>
              <a:defRPr b="1" i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A0F8500-D05C-9FBE-5637-930A42E9D2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6777" y="1181100"/>
            <a:ext cx="4183380" cy="309563"/>
          </a:xfrm>
        </p:spPr>
        <p:txBody>
          <a:bodyPr/>
          <a:lstStyle>
            <a:lvl1pPr marL="0" indent="0">
              <a:buNone/>
              <a:defRPr b="1" i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C6019BB8-4236-7C60-D3CB-38266C08CF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3845" y="1620982"/>
            <a:ext cx="4183380" cy="26462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791413BD-FC17-1116-EEE6-F5134BDC2F3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86777" y="1620982"/>
            <a:ext cx="4183380" cy="26462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E7A3ABF-C0C7-D3AD-1C6A-97C68F14FD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843" y="4375404"/>
            <a:ext cx="6144768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6" name="Title Placeholder 6">
            <a:extLst>
              <a:ext uri="{FF2B5EF4-FFF2-40B4-BE49-F238E27FC236}">
                <a16:creationId xmlns:a16="http://schemas.microsoft.com/office/drawing/2014/main" id="{DAFF137C-A676-5D1F-A450-8A6E5CE517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4" y="274321"/>
            <a:ext cx="8596313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574594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F1C7D-11D0-233B-4E6A-74BE1B917F1D}"/>
              </a:ext>
            </a:extLst>
          </p:cNvPr>
          <p:cNvSpPr/>
          <p:nvPr userDrawn="1"/>
        </p:nvSpPr>
        <p:spPr>
          <a:xfrm>
            <a:off x="6977743" y="4465692"/>
            <a:ext cx="2166257" cy="677808"/>
          </a:xfrm>
          <a:prstGeom prst="rect">
            <a:avLst/>
          </a:prstGeom>
          <a:solidFill>
            <a:schemeClr val="bg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463495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_Gradient">
    <p:bg>
      <p:bgPr>
        <a:gradFill>
          <a:gsLst>
            <a:gs pos="0">
              <a:schemeClr val="accent2"/>
            </a:gs>
            <a:gs pos="39000">
              <a:srgbClr val="0090D4"/>
            </a:gs>
            <a:gs pos="8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3844" y="1735074"/>
            <a:ext cx="7984331" cy="99233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510"/>
              </a:lnSpc>
              <a:defRPr sz="2925" b="0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D803154-09E7-7D60-B2A0-43C37AAF8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450" r="17"/>
          <a:stretch/>
        </p:blipFill>
        <p:spPr>
          <a:xfrm>
            <a:off x="0" y="3649460"/>
            <a:ext cx="5373168" cy="94674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5063FC6-958F-F3EE-052E-38ECFC7FD1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3469" y="4669157"/>
            <a:ext cx="970981" cy="23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00623"/>
      </p:ext>
    </p:extLst>
  </p:cSld>
  <p:clrMapOvr>
    <a:masterClrMapping/>
  </p:clrMapOvr>
  <p:transition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_Amge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3844" y="1735074"/>
            <a:ext cx="7984331" cy="99233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510"/>
              </a:lnSpc>
              <a:defRPr sz="2925" b="0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D803154-09E7-7D60-B2A0-43C37AAF8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453" t="-124" r="31" b="124"/>
          <a:stretch/>
        </p:blipFill>
        <p:spPr>
          <a:xfrm>
            <a:off x="0" y="3648456"/>
            <a:ext cx="5369814" cy="94640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8ECA461-0B56-34C2-12A1-F9FA61D992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3469" y="4669157"/>
            <a:ext cx="970981" cy="23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10953"/>
      </p:ext>
    </p:extLst>
  </p:cSld>
  <p:clrMapOvr>
    <a:masterClrMapping/>
  </p:clrMapOvr>
  <p:transition>
    <p:fad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_Sk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3844" y="1735074"/>
            <a:ext cx="7984331" cy="99233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510"/>
              </a:lnSpc>
              <a:defRPr sz="2925" b="0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Graphic 4">
            <a:extLst>
              <a:ext uri="{FF2B5EF4-FFF2-40B4-BE49-F238E27FC236}">
                <a16:creationId xmlns:a16="http://schemas.microsoft.com/office/drawing/2014/main" id="{E65B6354-97AF-5957-C7F2-00BE94BD3F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453" t="-124" r="31" b="124"/>
          <a:stretch/>
        </p:blipFill>
        <p:spPr>
          <a:xfrm>
            <a:off x="0" y="3648456"/>
            <a:ext cx="5369814" cy="9464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C1D202B-A253-38C5-CE70-C8B6EC0EEF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3469" y="4669157"/>
            <a:ext cx="970981" cy="23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948954"/>
      </p:ext>
    </p:extLst>
  </p:cSld>
  <p:clrMapOvr>
    <a:masterClrMapping/>
  </p:clrMapOvr>
  <p:transition>
    <p:fad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Outline_Gradient">
    <p:bg>
      <p:bgPr>
        <a:gradFill>
          <a:gsLst>
            <a:gs pos="0">
              <a:schemeClr val="accent2"/>
            </a:gs>
            <a:gs pos="39000">
              <a:srgbClr val="0090D4"/>
            </a:gs>
            <a:gs pos="8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2FF47D6-89C2-ABE6-B6D8-5558BDE456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716" r="6055"/>
          <a:stretch/>
        </p:blipFill>
        <p:spPr>
          <a:xfrm>
            <a:off x="0" y="1166255"/>
            <a:ext cx="9151165" cy="21945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84683" y="1735074"/>
            <a:ext cx="7984331" cy="99233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510"/>
              </a:lnSpc>
              <a:defRPr sz="2925" b="0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8BCC669-489B-0220-682D-D288C3D2668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3469" y="4669157"/>
            <a:ext cx="970981" cy="23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5269"/>
      </p:ext>
    </p:extLst>
  </p:cSld>
  <p:clrMapOvr>
    <a:masterClrMapping/>
  </p:clrMapOvr>
  <p:transition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Outline_Amge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2FF47D6-89C2-ABE6-B6D8-5558BDE456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716" r="6055"/>
          <a:stretch/>
        </p:blipFill>
        <p:spPr>
          <a:xfrm>
            <a:off x="0" y="1166255"/>
            <a:ext cx="9151165" cy="21945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84683" y="1735074"/>
            <a:ext cx="7984331" cy="99233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510"/>
              </a:lnSpc>
              <a:defRPr sz="2925" b="0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93C3D1E-B2ED-A612-DA14-6C36194874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3469" y="4669157"/>
            <a:ext cx="970981" cy="23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155651"/>
      </p:ext>
    </p:extLst>
  </p:cSld>
  <p:clrMapOvr>
    <a:masterClrMapping/>
  </p:clrMapOvr>
  <p:transition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Outline_Sk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2FF47D6-89C2-ABE6-B6D8-5558BDE456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716" r="6055"/>
          <a:stretch/>
        </p:blipFill>
        <p:spPr>
          <a:xfrm>
            <a:off x="0" y="1166255"/>
            <a:ext cx="9151165" cy="21945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84683" y="1735074"/>
            <a:ext cx="7984331" cy="99233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510"/>
              </a:lnSpc>
              <a:defRPr sz="2925" b="0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473AA82-ECE0-F7A5-E289-AFE8B58AF7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3469" y="4669157"/>
            <a:ext cx="970981" cy="23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541325"/>
      </p:ext>
    </p:extLst>
  </p:cSld>
  <p:clrMapOvr>
    <a:masterClrMapping/>
  </p:clrMapOvr>
  <p:transition>
    <p:fade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Outlin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5C171C62-B9E9-6582-342F-9D93DA0990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716" r="6055"/>
          <a:stretch/>
        </p:blipFill>
        <p:spPr>
          <a:xfrm>
            <a:off x="0" y="1166255"/>
            <a:ext cx="9151165" cy="21945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84683" y="1735074"/>
            <a:ext cx="7984331" cy="99233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510"/>
              </a:lnSpc>
              <a:defRPr sz="2925" b="0" spc="0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1B675B-EC78-2DF2-E93B-69BFD8267FD2}"/>
              </a:ext>
            </a:extLst>
          </p:cNvPr>
          <p:cNvSpPr/>
          <p:nvPr userDrawn="1"/>
        </p:nvSpPr>
        <p:spPr>
          <a:xfrm>
            <a:off x="9144001" y="0"/>
            <a:ext cx="2131943" cy="5143500"/>
          </a:xfrm>
          <a:prstGeom prst="rect">
            <a:avLst/>
          </a:prstGeom>
          <a:solidFill>
            <a:srgbClr val="ECECEC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CB53F91-31AF-F0AA-72F9-1922F70D031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3469" y="4669157"/>
            <a:ext cx="970981" cy="23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81685"/>
      </p:ext>
    </p:extLst>
  </p:cSld>
  <p:clrMapOvr>
    <a:masterClrMapping/>
  </p:clrMapOvr>
  <p:transition>
    <p:fade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Outline2_Gradient">
    <p:bg>
      <p:bgPr>
        <a:gradFill>
          <a:gsLst>
            <a:gs pos="0">
              <a:schemeClr val="accent2"/>
            </a:gs>
            <a:gs pos="39000">
              <a:srgbClr val="0090D4"/>
            </a:gs>
            <a:gs pos="8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248C15B1-698D-0DD2-BE1E-2358E7DD13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422" t="-61" r="-8" b="158"/>
          <a:stretch/>
        </p:blipFill>
        <p:spPr>
          <a:xfrm>
            <a:off x="0" y="562356"/>
            <a:ext cx="8606790" cy="27980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84683" y="1735074"/>
            <a:ext cx="5526881" cy="99233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510"/>
              </a:lnSpc>
              <a:defRPr sz="2925" b="0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4597D7E-D1C1-EAE1-64A8-318B79FEBA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3469" y="4669157"/>
            <a:ext cx="970981" cy="23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48027"/>
      </p:ext>
    </p:extLst>
  </p:cSld>
  <p:clrMapOvr>
    <a:masterClrMapping/>
  </p:clrMapOvr>
  <p:transition>
    <p:fade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Outline2_Amge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248C15B1-698D-0DD2-BE1E-2358E7DD13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422" t="-61" r="-8" b="158"/>
          <a:stretch/>
        </p:blipFill>
        <p:spPr>
          <a:xfrm>
            <a:off x="0" y="562356"/>
            <a:ext cx="8606790" cy="27980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84683" y="1735074"/>
            <a:ext cx="5526881" cy="99233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510"/>
              </a:lnSpc>
              <a:defRPr sz="2925" b="0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E64CB2D-D499-13BE-859F-0D4A7451CB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3469" y="4669157"/>
            <a:ext cx="970981" cy="23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44845"/>
      </p:ext>
    </p:extLst>
  </p:cSld>
  <p:clrMapOvr>
    <a:masterClrMapping/>
  </p:clrMapOvr>
  <p:transition>
    <p:fade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Outline2_Sk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248C15B1-698D-0DD2-BE1E-2358E7DD13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422" t="-61" r="-8" b="158"/>
          <a:stretch/>
        </p:blipFill>
        <p:spPr>
          <a:xfrm>
            <a:off x="0" y="562356"/>
            <a:ext cx="8606790" cy="27980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84683" y="1735074"/>
            <a:ext cx="5526881" cy="99233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510"/>
              </a:lnSpc>
              <a:defRPr sz="2925" b="0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DB9FF05-D2C1-46C4-831A-32EB5C9F493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3469" y="4669157"/>
            <a:ext cx="970981" cy="23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48902"/>
      </p:ext>
    </p:extLst>
  </p:cSld>
  <p:clrMapOvr>
    <a:masterClrMapping/>
  </p:clrMapOvr>
  <p:transition>
    <p:fade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Outline2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20762EF-0474-9358-6ED8-3916562844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422"/>
          <a:stretch/>
        </p:blipFill>
        <p:spPr>
          <a:xfrm>
            <a:off x="0" y="564059"/>
            <a:ext cx="8605955" cy="28007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84683" y="1735074"/>
            <a:ext cx="5526881" cy="99233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510"/>
              </a:lnSpc>
              <a:defRPr sz="2925" b="0" spc="0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E21E1CC-5F5E-4E4C-063D-BBC7DE81B4C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3469" y="4669157"/>
            <a:ext cx="970981" cy="23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213114"/>
      </p:ext>
    </p:extLst>
  </p:cSld>
  <p:clrMapOvr>
    <a:masterClrMapping/>
  </p:clrMapOvr>
  <p:transition>
    <p:fade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with Image2_Blue">
    <p:bg>
      <p:bgPr>
        <a:gradFill>
          <a:gsLst>
            <a:gs pos="0">
              <a:schemeClr val="accent2"/>
            </a:gs>
            <a:gs pos="93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8C084657-8268-012C-F255-B0679B85348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-1"/>
            <a:ext cx="9153143" cy="4267201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53AC232-D482-5259-1392-EE2E55B47C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683" y="2294313"/>
            <a:ext cx="7984331" cy="43309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510"/>
              </a:lnSpc>
              <a:defRPr sz="2925" b="0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51B8E7A-1241-D7A4-262C-4A45158321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3469" y="4669157"/>
            <a:ext cx="970981" cy="23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7061"/>
      </p:ext>
    </p:extLst>
  </p:cSld>
  <p:clrMapOvr>
    <a:masterClrMapping/>
  </p:clrMapOvr>
  <p:transition>
    <p:fade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with Image2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0D22D8B5-A53E-9F27-F895-D600517660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-1"/>
            <a:ext cx="9153143" cy="4267201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84683" y="2294313"/>
            <a:ext cx="7984331" cy="43309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510"/>
              </a:lnSpc>
              <a:defRPr sz="2925" b="0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1BFBDD2-1AF9-91B5-BF36-65D95A417B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3469" y="4669157"/>
            <a:ext cx="970981" cy="23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495884"/>
      </p:ext>
    </p:extLst>
  </p:cSld>
  <p:clrMapOvr>
    <a:masterClrMapping/>
  </p:clrMapOvr>
  <p:transition>
    <p:fade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_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DE2DDFB-68D7-644D-9E37-D72139CD6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20011" y="1181100"/>
            <a:ext cx="3733133" cy="2469356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915222-8AED-AE4D-E3B9-8E105C90D5C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84608" y="1181100"/>
            <a:ext cx="4949660" cy="30861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A3438A0-3AFA-9012-C63A-4731533CE8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867" y="3650456"/>
            <a:ext cx="3733133" cy="616743"/>
          </a:xfrm>
          <a:gradFill>
            <a:gsLst>
              <a:gs pos="0">
                <a:schemeClr val="accent2"/>
              </a:gs>
              <a:gs pos="31500">
                <a:srgbClr val="0090D4"/>
              </a:gs>
              <a:gs pos="63000">
                <a:schemeClr val="accent1"/>
              </a:gs>
            </a:gsLst>
            <a:lin ang="720000" scaled="0"/>
          </a:gradFill>
        </p:spPr>
        <p:txBody>
          <a:bodyPr anchor="ctr"/>
          <a:lstStyle>
            <a:lvl1pPr marL="0" indent="0" algn="ctr">
              <a:buNone/>
              <a:defRPr sz="135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Photo Title</a:t>
            </a:r>
          </a:p>
        </p:txBody>
      </p:sp>
      <p:sp>
        <p:nvSpPr>
          <p:cNvPr id="5" name="Title Placeholder 6">
            <a:extLst>
              <a:ext uri="{FF2B5EF4-FFF2-40B4-BE49-F238E27FC236}">
                <a16:creationId xmlns:a16="http://schemas.microsoft.com/office/drawing/2014/main" id="{C71F3598-B4FC-9300-B36C-0BB31AE92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4787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4DE4C5-7EF1-4E65-C3FD-C75C8FB94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905" y="1181101"/>
            <a:ext cx="4683633" cy="3086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D6A78CD8-646B-CF20-7BEF-9F4FA845C6D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181101"/>
            <a:ext cx="4031170" cy="2469356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D568CC3C-35DE-EF4B-4C3A-0CE5E6F5D4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3650456"/>
            <a:ext cx="4031170" cy="616743"/>
          </a:xfrm>
          <a:gradFill>
            <a:gsLst>
              <a:gs pos="0">
                <a:schemeClr val="accent2"/>
              </a:gs>
              <a:gs pos="31500">
                <a:srgbClr val="0090D4"/>
              </a:gs>
              <a:gs pos="63000">
                <a:schemeClr val="accent1"/>
              </a:gs>
            </a:gsLst>
            <a:lin ang="720000" scaled="0"/>
          </a:gradFill>
        </p:spPr>
        <p:txBody>
          <a:bodyPr anchor="ctr"/>
          <a:lstStyle>
            <a:lvl1pPr marL="0" indent="0" algn="ctr">
              <a:buNone/>
              <a:defRPr sz="135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Photo Title</a:t>
            </a:r>
          </a:p>
        </p:txBody>
      </p:sp>
      <p:sp>
        <p:nvSpPr>
          <p:cNvPr id="6" name="Title Placeholder 6">
            <a:extLst>
              <a:ext uri="{FF2B5EF4-FFF2-40B4-BE49-F238E27FC236}">
                <a16:creationId xmlns:a16="http://schemas.microsoft.com/office/drawing/2014/main" id="{3FF7C4F6-8FCE-FFCA-32B4-E7FE1F7DFD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8715308"/>
      </p:ext>
    </p:extLst>
  </p:cSld>
  <p:clrMapOvr>
    <a:masterClrMapping/>
  </p:clrMapOvr>
  <p:transition>
    <p:fade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keaway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F4BA461A-240D-E877-408F-9DE26CE11C8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85750" y="1181100"/>
            <a:ext cx="4877921" cy="30861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1267CAD-E012-4AA7-A3C8-4883534ED3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95060" y="1181100"/>
            <a:ext cx="2663190" cy="3086100"/>
          </a:xfrm>
          <a:noFill/>
        </p:spPr>
        <p:txBody>
          <a:bodyPr anchor="t"/>
          <a:lstStyle>
            <a:lvl1pPr marL="0" indent="0" algn="l">
              <a:lnSpc>
                <a:spcPct val="110000"/>
              </a:lnSpc>
              <a:spcBef>
                <a:spcPts val="900"/>
              </a:spcBef>
              <a:spcAft>
                <a:spcPts val="450"/>
              </a:spcAft>
              <a:buNone/>
              <a:defRPr b="1" i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  <a:lvl2pPr marL="205740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411480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688043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914217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ADD TAKEAWAY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31FB8A24-E91E-9030-3097-499DEA6FC1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0048244"/>
      </p:ext>
    </p:extLst>
  </p:cSld>
  <p:clrMapOvr>
    <a:masterClrMapping/>
  </p:clrMapOvr>
  <p:transition>
    <p:fade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keaway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4DE4C5-7EF1-4E65-C3FD-C75C8FB94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905" y="1181101"/>
            <a:ext cx="4683633" cy="3086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506DD96-9DEF-0024-7691-0ACAC39EC0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" y="1181102"/>
            <a:ext cx="3775436" cy="3086099"/>
          </a:xfrm>
          <a:noFill/>
        </p:spPr>
        <p:txBody>
          <a:bodyPr anchor="t"/>
          <a:lstStyle>
            <a:lvl1pPr marL="0" indent="0" algn="l">
              <a:lnSpc>
                <a:spcPct val="110000"/>
              </a:lnSpc>
              <a:spcBef>
                <a:spcPts val="900"/>
              </a:spcBef>
              <a:spcAft>
                <a:spcPts val="450"/>
              </a:spcAft>
              <a:buNone/>
              <a:defRPr b="1" i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  <a:lvl2pPr marL="205740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411480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688043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914217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ADD TAKEAWAY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6F1E5442-21A0-77E1-5BB7-F319D1BBAB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92542288"/>
      </p:ext>
    </p:extLst>
  </p:cSld>
  <p:clrMapOvr>
    <a:masterClrMapping/>
  </p:clrMapOvr>
  <p:transition>
    <p:fade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akeaway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507CE2A-A32A-FDFB-C3C9-ACCB1A8FC8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181100"/>
            <a:ext cx="5420011" cy="3086101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AAACF3E-83ED-52C4-27A7-1B90EAC241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95060" y="1181100"/>
            <a:ext cx="2663190" cy="3086100"/>
          </a:xfrm>
          <a:noFill/>
        </p:spPr>
        <p:txBody>
          <a:bodyPr anchor="t"/>
          <a:lstStyle>
            <a:lvl1pPr marL="0" indent="0" algn="l">
              <a:lnSpc>
                <a:spcPct val="110000"/>
              </a:lnSpc>
              <a:spcBef>
                <a:spcPts val="900"/>
              </a:spcBef>
              <a:spcAft>
                <a:spcPts val="450"/>
              </a:spcAft>
              <a:buNone/>
              <a:defRPr b="1" i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  <a:lvl2pPr marL="205740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411480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688043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914217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ADD TAKEAWAY</a:t>
            </a:r>
          </a:p>
        </p:txBody>
      </p:sp>
      <p:sp>
        <p:nvSpPr>
          <p:cNvPr id="4" name="Title Placeholder 6">
            <a:extLst>
              <a:ext uri="{FF2B5EF4-FFF2-40B4-BE49-F238E27FC236}">
                <a16:creationId xmlns:a16="http://schemas.microsoft.com/office/drawing/2014/main" id="{26FF2F96-AD0E-EB85-4484-AE99D085D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7724825"/>
      </p:ext>
    </p:extLst>
  </p:cSld>
  <p:clrMapOvr>
    <a:masterClrMapping/>
  </p:clrMapOvr>
  <p:transition>
    <p:fade/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akeaway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4405DBE-1BE7-E695-C62E-22EB44D99C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32504" y="1181100"/>
            <a:ext cx="5111496" cy="3086101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6B01E68-D740-637A-BD9F-BD42CE8E9D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464" y="1181102"/>
            <a:ext cx="3587998" cy="3086099"/>
          </a:xfrm>
          <a:noFill/>
        </p:spPr>
        <p:txBody>
          <a:bodyPr anchor="t"/>
          <a:lstStyle>
            <a:lvl1pPr marL="0" indent="0" algn="l">
              <a:lnSpc>
                <a:spcPct val="110000"/>
              </a:lnSpc>
              <a:spcBef>
                <a:spcPts val="900"/>
              </a:spcBef>
              <a:spcAft>
                <a:spcPts val="450"/>
              </a:spcAft>
              <a:buNone/>
              <a:defRPr b="1" i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  <a:lvl2pPr marL="205740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411480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688043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914217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ADD TAKEAWAY</a:t>
            </a:r>
          </a:p>
        </p:txBody>
      </p:sp>
      <p:sp>
        <p:nvSpPr>
          <p:cNvPr id="6" name="Title Placeholder 6">
            <a:extLst>
              <a:ext uri="{FF2B5EF4-FFF2-40B4-BE49-F238E27FC236}">
                <a16:creationId xmlns:a16="http://schemas.microsoft.com/office/drawing/2014/main" id="{CF2F8706-9F53-3F92-74D0-FFE34BCF91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3602024"/>
      </p:ext>
    </p:extLst>
  </p:cSld>
  <p:clrMapOvr>
    <a:masterClrMapping/>
  </p:clrMapOvr>
  <p:transition>
    <p:fade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keaway_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F4BA461A-240D-E877-408F-9DE26CE11C8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5464" y="1181100"/>
            <a:ext cx="8594692" cy="2162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Placeholder 6">
            <a:extLst>
              <a:ext uri="{FF2B5EF4-FFF2-40B4-BE49-F238E27FC236}">
                <a16:creationId xmlns:a16="http://schemas.microsoft.com/office/drawing/2014/main" id="{D3CD59DC-5DE1-B69A-80AE-C320922E6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EF886CAD-5351-7713-14D9-6775796BA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465" y="3650457"/>
            <a:ext cx="8594691" cy="616744"/>
          </a:xfrm>
          <a:noFill/>
        </p:spPr>
        <p:txBody>
          <a:bodyPr anchor="ctr"/>
          <a:lstStyle>
            <a:lvl1pPr marL="0" indent="0" algn="l">
              <a:buNone/>
              <a:defRPr b="1" i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  <a:lvl2pPr marL="205740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411480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688043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914217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ADD TAKEAWAY</a:t>
            </a:r>
          </a:p>
        </p:txBody>
      </p:sp>
    </p:spTree>
    <p:extLst>
      <p:ext uri="{BB962C8B-B14F-4D97-AF65-F5344CB8AC3E}">
        <p14:creationId xmlns:p14="http://schemas.microsoft.com/office/powerpoint/2010/main" val="4278154269"/>
      </p:ext>
    </p:extLst>
  </p:cSld>
  <p:clrMapOvr>
    <a:masterClrMapping/>
  </p:clrMapOvr>
  <p:transition>
    <p:fade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Takeaway_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F4BA461A-240D-E877-408F-9DE26CE11C8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5464" y="1620982"/>
            <a:ext cx="8594692" cy="17222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D8F6F53-5D6A-B7D1-E934-127054AF6F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5465" y="1181100"/>
            <a:ext cx="8594692" cy="309563"/>
          </a:xfrm>
        </p:spPr>
        <p:txBody>
          <a:bodyPr/>
          <a:lstStyle>
            <a:lvl1pPr marL="0" indent="0">
              <a:buNone/>
              <a:defRPr b="1" i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D50C4556-A8A5-B202-62A2-406BA8465C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465" y="3650457"/>
            <a:ext cx="8594691" cy="616744"/>
          </a:xfrm>
          <a:noFill/>
        </p:spPr>
        <p:txBody>
          <a:bodyPr anchor="ctr"/>
          <a:lstStyle>
            <a:lvl1pPr marL="0" indent="0" algn="l">
              <a:buNone/>
              <a:defRPr b="1" i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  <a:lvl2pPr marL="205740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411480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688043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914217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ADD TAKEAWAY</a:t>
            </a:r>
          </a:p>
        </p:txBody>
      </p:sp>
      <p:sp>
        <p:nvSpPr>
          <p:cNvPr id="8" name="Title Placeholder 6">
            <a:extLst>
              <a:ext uri="{FF2B5EF4-FFF2-40B4-BE49-F238E27FC236}">
                <a16:creationId xmlns:a16="http://schemas.microsoft.com/office/drawing/2014/main" id="{8BB0B106-C721-639B-D509-06DA5A0568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8743893"/>
      </p:ext>
    </p:extLst>
  </p:cSld>
  <p:clrMapOvr>
    <a:masterClrMapping/>
  </p:clrMapOvr>
  <p:transition>
    <p:fade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507CE2A-A32A-FDFB-C3C9-ACCB1A8FC8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1181100"/>
            <a:ext cx="3044952" cy="3086101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EC9213B5-827D-C71F-EF1A-7FC0B0C74C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08197" y="1181100"/>
            <a:ext cx="3044952" cy="3086101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37BAA8D4-D7AA-9D91-4F96-00C161C4F3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54098" y="1181100"/>
            <a:ext cx="3044952" cy="3086100"/>
          </a:xfrm>
          <a:gradFill>
            <a:gsLst>
              <a:gs pos="0">
                <a:schemeClr val="accent2"/>
              </a:gs>
              <a:gs pos="81000">
                <a:schemeClr val="accent1"/>
              </a:gs>
            </a:gsLst>
            <a:lin ang="2700000" scaled="1"/>
          </a:gradFill>
        </p:spPr>
        <p:txBody>
          <a:bodyPr lIns="548640" tIns="457200" rIns="548640" bIns="457200" anchor="ctr" anchorCtr="0"/>
          <a:lstStyle>
            <a:lvl1pPr marL="0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205740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411480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688043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914217" indent="0">
              <a:buNone/>
              <a:defRPr b="1" i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Placeholder 6">
            <a:extLst>
              <a:ext uri="{FF2B5EF4-FFF2-40B4-BE49-F238E27FC236}">
                <a16:creationId xmlns:a16="http://schemas.microsoft.com/office/drawing/2014/main" id="{32556B1E-92C0-FF17-34F3-F0B2F7F8C5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5139820"/>
      </p:ext>
    </p:extLst>
  </p:cSld>
  <p:clrMapOvr>
    <a:masterClrMapping/>
  </p:clrMapOvr>
  <p:transition>
    <p:fade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507CE2A-A32A-FDFB-C3C9-ACCB1A8FC8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181100"/>
            <a:ext cx="3036094" cy="3086101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EC9213B5-827D-C71F-EF1A-7FC0B0C74C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05525" y="1181100"/>
            <a:ext cx="3044667" cy="3086101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F0EF2BBE-22ED-FE3F-3717-D0206AC89C6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36094" y="1181100"/>
            <a:ext cx="3069431" cy="3086101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27AFA4C9-F353-EFC2-0E28-99A47913C0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4921486"/>
      </p:ext>
    </p:extLst>
  </p:cSld>
  <p:clrMapOvr>
    <a:masterClrMapping/>
  </p:clrMapOvr>
  <p:transition>
    <p:fade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507CE2A-A32A-FDFB-C3C9-ACCB1A8FC8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181100"/>
            <a:ext cx="9144000" cy="3086101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Placeholder 6">
            <a:extLst>
              <a:ext uri="{FF2B5EF4-FFF2-40B4-BE49-F238E27FC236}">
                <a16:creationId xmlns:a16="http://schemas.microsoft.com/office/drawing/2014/main" id="{CADBF2AD-EE6C-ABE0-CB3B-C30862383B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60021417"/>
      </p:ext>
    </p:extLst>
  </p:cSld>
  <p:clrMapOvr>
    <a:masterClrMapping/>
  </p:clrMapOvr>
  <p:transition>
    <p:fade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with L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507CE2A-A32A-FDFB-C3C9-ACCB1A8FC8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181101"/>
            <a:ext cx="4491990" cy="2469356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D32751F7-C423-4BF6-B332-A88D7DE725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3250" y="1181101"/>
            <a:ext cx="4490750" cy="2469356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194A7D9-53FF-1665-CBB2-EE47190B8F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" y="3650456"/>
            <a:ext cx="4490750" cy="616743"/>
          </a:xfrm>
          <a:gradFill>
            <a:gsLst>
              <a:gs pos="0">
                <a:schemeClr val="accent2"/>
              </a:gs>
              <a:gs pos="31500">
                <a:srgbClr val="0090D4"/>
              </a:gs>
              <a:gs pos="63000">
                <a:schemeClr val="accent1"/>
              </a:gs>
            </a:gsLst>
            <a:lin ang="720000" scaled="0"/>
          </a:gradFill>
        </p:spPr>
        <p:txBody>
          <a:bodyPr anchor="ctr"/>
          <a:lstStyle>
            <a:lvl1pPr marL="0" indent="0" algn="ctr">
              <a:buNone/>
              <a:defRPr sz="135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Photo 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63A00F1-1319-E5A2-4E6B-332C233E9A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52009" y="3650456"/>
            <a:ext cx="4490750" cy="616743"/>
          </a:xfrm>
          <a:gradFill>
            <a:gsLst>
              <a:gs pos="0">
                <a:schemeClr val="accent2"/>
              </a:gs>
              <a:gs pos="31500">
                <a:srgbClr val="0090D4"/>
              </a:gs>
              <a:gs pos="63000">
                <a:schemeClr val="accent1"/>
              </a:gs>
            </a:gsLst>
            <a:lin ang="720000" scaled="0"/>
          </a:gradFill>
        </p:spPr>
        <p:txBody>
          <a:bodyPr anchor="ctr"/>
          <a:lstStyle>
            <a:lvl1pPr marL="0" indent="0" algn="ctr">
              <a:buNone/>
              <a:defRPr sz="135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Photo title</a:t>
            </a:r>
          </a:p>
        </p:txBody>
      </p:sp>
      <p:sp>
        <p:nvSpPr>
          <p:cNvPr id="8" name="Title Placeholder 6">
            <a:extLst>
              <a:ext uri="{FF2B5EF4-FFF2-40B4-BE49-F238E27FC236}">
                <a16:creationId xmlns:a16="http://schemas.microsoft.com/office/drawing/2014/main" id="{68A4D2D3-4E8C-03CC-D5CF-F9F6FC16C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9485327"/>
      </p:ext>
    </p:extLst>
  </p:cSld>
  <p:clrMapOvr>
    <a:masterClrMapping/>
  </p:clrMapOvr>
  <p:transition>
    <p:fade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507CE2A-A32A-FDFB-C3C9-ACCB1A8FC8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6800" y="1181100"/>
            <a:ext cx="1843088" cy="3086101"/>
          </a:xfrm>
          <a:solidFill>
            <a:schemeClr val="tx2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478B418E-4070-C63D-241C-2774A3FC78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1181101"/>
            <a:ext cx="4876799" cy="1543049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DE74BD90-A83A-1901-41A0-21FE5E119B1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19349" y="2724150"/>
            <a:ext cx="2457450" cy="154304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8014880-258D-BEA4-65D8-7CD8165D911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9888" y="1181101"/>
            <a:ext cx="2420200" cy="154304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A0E4F7DF-234E-148E-00D8-7B89319F6C7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719888" y="2724150"/>
            <a:ext cx="2420200" cy="1543049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01107484-51EE-8311-7A3E-FF87A3DB7CD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724150"/>
            <a:ext cx="2419349" cy="1543049"/>
          </a:xfrm>
          <a:solidFill>
            <a:schemeClr val="tx2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Placeholder 6">
            <a:extLst>
              <a:ext uri="{FF2B5EF4-FFF2-40B4-BE49-F238E27FC236}">
                <a16:creationId xmlns:a16="http://schemas.microsoft.com/office/drawing/2014/main" id="{A4D5B246-C7A9-4D5F-9C9B-61F4EB866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01536415"/>
      </p:ext>
    </p:extLst>
  </p:cSld>
  <p:clrMapOvr>
    <a:masterClrMapping/>
  </p:clrMapOvr>
  <p:transition>
    <p:fade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tream_al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52DF42-1B24-E9B1-F26F-6CF440EE5D13}"/>
              </a:ext>
            </a:extLst>
          </p:cNvPr>
          <p:cNvSpPr/>
          <p:nvPr userDrawn="1"/>
        </p:nvSpPr>
        <p:spPr>
          <a:xfrm>
            <a:off x="575919" y="4465692"/>
            <a:ext cx="2166257" cy="677808"/>
          </a:xfrm>
          <a:prstGeom prst="rect">
            <a:avLst/>
          </a:prstGeom>
          <a:solidFill>
            <a:schemeClr val="bg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D645E1-4862-8D64-AE7A-47627A914695}"/>
              </a:ext>
            </a:extLst>
          </p:cNvPr>
          <p:cNvSpPr/>
          <p:nvPr userDrawn="1"/>
        </p:nvSpPr>
        <p:spPr>
          <a:xfrm>
            <a:off x="786384" y="4772199"/>
            <a:ext cx="1695283" cy="156289"/>
          </a:xfrm>
          <a:prstGeom prst="rect">
            <a:avLst/>
          </a:prstGeom>
          <a:solidFill>
            <a:schemeClr val="bg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AD3AC29-E555-4156-D017-773CC40A61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5464" y="4259687"/>
            <a:ext cx="6144768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71FB1242-F8A0-C971-9637-73C9F6AD1C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65" y="1181100"/>
            <a:ext cx="7985522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56EC04-D0E9-4E75-E319-52A1C00A1A6D}"/>
              </a:ext>
            </a:extLst>
          </p:cNvPr>
          <p:cNvSpPr>
            <a:spLocks noGrp="1" noChangeArrowheads="1"/>
          </p:cNvSpPr>
          <p:nvPr userDrawn="1"/>
        </p:nvSpPr>
        <p:spPr bwMode="gray">
          <a:xfrm>
            <a:off x="275464" y="4749032"/>
            <a:ext cx="307181" cy="1562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 defTabSz="581900" eaLnBrk="1" hangingPunct="1">
              <a:defRPr/>
            </a:pPr>
            <a:fld id="{3DBC93D6-C358-9648-9CB7-FB101C9037AB}" type="slidenum">
              <a:rPr lang="en-US" sz="60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pPr algn="l" defTabSz="581900" eaLnBrk="1" hangingPunct="1">
                <a:defRPr/>
              </a:pPr>
              <a:t>‹#›</a:t>
            </a:fld>
            <a:endParaRPr lang="en-US" sz="600" dirty="0">
              <a:solidFill>
                <a:schemeClr val="bg1">
                  <a:lumMod val="6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3B91F8D5-9357-63C1-00EC-5DCE903EFC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230426"/>
      </p:ext>
    </p:extLst>
  </p:cSld>
  <p:clrMapOvr>
    <a:masterClrMapping/>
  </p:clrMapOvr>
  <p:transition>
    <p:fade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tream_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D2F8FD-C59F-0497-1C96-F9ED88751A96}"/>
              </a:ext>
            </a:extLst>
          </p:cNvPr>
          <p:cNvSpPr/>
          <p:nvPr userDrawn="1"/>
        </p:nvSpPr>
        <p:spPr>
          <a:xfrm>
            <a:off x="575919" y="4465692"/>
            <a:ext cx="2166257" cy="677808"/>
          </a:xfrm>
          <a:prstGeom prst="rect">
            <a:avLst/>
          </a:prstGeom>
          <a:solidFill>
            <a:schemeClr val="bg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6DBC2-A26A-8D43-BE88-D4C7E492D743}"/>
              </a:ext>
            </a:extLst>
          </p:cNvPr>
          <p:cNvSpPr/>
          <p:nvPr userDrawn="1"/>
        </p:nvSpPr>
        <p:spPr>
          <a:xfrm>
            <a:off x="786384" y="4772199"/>
            <a:ext cx="1695283" cy="156289"/>
          </a:xfrm>
          <a:prstGeom prst="rect">
            <a:avLst/>
          </a:prstGeom>
          <a:solidFill>
            <a:schemeClr val="bg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865AC6-A05A-4E55-3F12-48C6AEE67458}"/>
              </a:ext>
            </a:extLst>
          </p:cNvPr>
          <p:cNvSpPr>
            <a:spLocks noGrp="1" noChangeArrowheads="1"/>
          </p:cNvSpPr>
          <p:nvPr userDrawn="1"/>
        </p:nvSpPr>
        <p:spPr bwMode="gray">
          <a:xfrm>
            <a:off x="275464" y="4749032"/>
            <a:ext cx="307181" cy="1562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 defTabSz="581900" eaLnBrk="1" hangingPunct="1">
              <a:defRPr/>
            </a:pPr>
            <a:fld id="{3DBC93D6-C358-9648-9CB7-FB101C9037AB}" type="slidenum">
              <a:rPr lang="en-US" sz="60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pPr algn="l" defTabSz="581900" eaLnBrk="1" hangingPunct="1">
                <a:defRPr/>
              </a:pPr>
              <a:t>‹#›</a:t>
            </a:fld>
            <a:endParaRPr lang="en-US" sz="600" dirty="0">
              <a:solidFill>
                <a:schemeClr val="bg1">
                  <a:lumMod val="6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AD3AC29-E555-4156-D017-773CC40A61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5464" y="4259687"/>
            <a:ext cx="6144768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94273455-FF6F-8ADE-DD2B-25DEE0A326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65" y="1181100"/>
            <a:ext cx="7985522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6">
            <a:extLst>
              <a:ext uri="{FF2B5EF4-FFF2-40B4-BE49-F238E27FC236}">
                <a16:creationId xmlns:a16="http://schemas.microsoft.com/office/drawing/2014/main" id="{9E19FE9F-36BF-354C-3021-23F88658EB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8943568"/>
      </p:ext>
    </p:extLst>
  </p:cSld>
  <p:clrMapOvr>
    <a:masterClrMapping/>
  </p:clrMapOvr>
  <p:transition>
    <p:fade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tream_al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870000D-D716-8CF4-F243-6EC433C7AC36}"/>
              </a:ext>
            </a:extLst>
          </p:cNvPr>
          <p:cNvSpPr/>
          <p:nvPr userDrawn="1"/>
        </p:nvSpPr>
        <p:spPr>
          <a:xfrm>
            <a:off x="0" y="4274004"/>
            <a:ext cx="4482193" cy="869497"/>
          </a:xfrm>
          <a:prstGeom prst="rect">
            <a:avLst/>
          </a:prstGeom>
          <a:solidFill>
            <a:schemeClr val="bg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67A75E-5AAD-9992-F70C-EBFB8D563C53}"/>
              </a:ext>
            </a:extLst>
          </p:cNvPr>
          <p:cNvSpPr/>
          <p:nvPr userDrawn="1"/>
        </p:nvSpPr>
        <p:spPr>
          <a:xfrm>
            <a:off x="1364456" y="4745737"/>
            <a:ext cx="1162050" cy="171275"/>
          </a:xfrm>
          <a:prstGeom prst="rect">
            <a:avLst/>
          </a:prstGeom>
          <a:solidFill>
            <a:schemeClr val="bg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B84323-2C1E-F13E-B63A-4329FB369D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5464" y="4053078"/>
            <a:ext cx="6144768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D301C193-5767-C664-938C-B7C2447B71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65" y="1181100"/>
            <a:ext cx="7985522" cy="27789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62759C-62D6-43EB-ED30-D1DB0EE55731}"/>
              </a:ext>
            </a:extLst>
          </p:cNvPr>
          <p:cNvSpPr>
            <a:spLocks noGrp="1" noChangeArrowheads="1"/>
          </p:cNvSpPr>
          <p:nvPr userDrawn="1"/>
        </p:nvSpPr>
        <p:spPr bwMode="gray">
          <a:xfrm>
            <a:off x="288437" y="4724827"/>
            <a:ext cx="307181" cy="1562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 defTabSz="581900" eaLnBrk="1" hangingPunct="1">
              <a:defRPr/>
            </a:pPr>
            <a:fld id="{3DBC93D6-C358-9648-9CB7-FB101C9037AB}" type="slidenum">
              <a:rPr lang="en-US" sz="600">
                <a:solidFill>
                  <a:schemeClr val="bg1"/>
                </a:solidFill>
                <a:latin typeface="Century Gothic" panose="020B0502020202020204" pitchFamily="34" charset="0"/>
              </a:rPr>
              <a:pPr algn="l" defTabSz="581900" eaLnBrk="1" hangingPunct="1">
                <a:defRPr/>
              </a:pPr>
              <a:t>‹#›</a:t>
            </a:fld>
            <a:endParaRPr lang="en-US" sz="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itle Placeholder 6">
            <a:extLst>
              <a:ext uri="{FF2B5EF4-FFF2-40B4-BE49-F238E27FC236}">
                <a16:creationId xmlns:a16="http://schemas.microsoft.com/office/drawing/2014/main" id="{9F27C0C5-A621-1875-6DD1-05E7F2B8E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1072718"/>
      </p:ext>
    </p:extLst>
  </p:cSld>
  <p:clrMapOvr>
    <a:masterClrMapping/>
  </p:clrMapOvr>
  <p:transition>
    <p:fade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tream_alt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870000D-D716-8CF4-F243-6EC433C7AC36}"/>
              </a:ext>
            </a:extLst>
          </p:cNvPr>
          <p:cNvSpPr/>
          <p:nvPr userDrawn="1"/>
        </p:nvSpPr>
        <p:spPr>
          <a:xfrm>
            <a:off x="0" y="4274004"/>
            <a:ext cx="4482193" cy="869497"/>
          </a:xfrm>
          <a:prstGeom prst="rect">
            <a:avLst/>
          </a:prstGeom>
          <a:solidFill>
            <a:schemeClr val="bg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67A75E-5AAD-9992-F70C-EBFB8D563C53}"/>
              </a:ext>
            </a:extLst>
          </p:cNvPr>
          <p:cNvSpPr/>
          <p:nvPr userDrawn="1"/>
        </p:nvSpPr>
        <p:spPr>
          <a:xfrm>
            <a:off x="1364456" y="4745737"/>
            <a:ext cx="1162050" cy="171275"/>
          </a:xfrm>
          <a:prstGeom prst="rect">
            <a:avLst/>
          </a:prstGeom>
          <a:solidFill>
            <a:schemeClr val="bg1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A8DB81A-8D46-EDD0-A9C3-EC82C50747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5464" y="4053078"/>
            <a:ext cx="6144768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74B82DF6-1BD0-235D-4322-670F89E6565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65" y="1181100"/>
            <a:ext cx="7985522" cy="27789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E9F018-2B30-8466-9630-77384C22E5B8}"/>
              </a:ext>
            </a:extLst>
          </p:cNvPr>
          <p:cNvSpPr>
            <a:spLocks noGrp="1" noChangeArrowheads="1"/>
          </p:cNvSpPr>
          <p:nvPr userDrawn="1"/>
        </p:nvSpPr>
        <p:spPr bwMode="gray">
          <a:xfrm>
            <a:off x="288437" y="4724827"/>
            <a:ext cx="307181" cy="1562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 defTabSz="581900" eaLnBrk="1" hangingPunct="1">
              <a:defRPr/>
            </a:pPr>
            <a:fld id="{3DBC93D6-C358-9648-9CB7-FB101C9037AB}" type="slidenum">
              <a:rPr lang="en-US" sz="600">
                <a:solidFill>
                  <a:schemeClr val="bg1"/>
                </a:solidFill>
                <a:latin typeface="Century Gothic" panose="020B0502020202020204" pitchFamily="34" charset="0"/>
              </a:rPr>
              <a:pPr algn="l" defTabSz="581900" eaLnBrk="1" hangingPunct="1">
                <a:defRPr/>
              </a:pPr>
              <a:t>‹#›</a:t>
            </a:fld>
            <a:endParaRPr lang="en-US" sz="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itle Placeholder 6">
            <a:extLst>
              <a:ext uri="{FF2B5EF4-FFF2-40B4-BE49-F238E27FC236}">
                <a16:creationId xmlns:a16="http://schemas.microsoft.com/office/drawing/2014/main" id="{9913E819-8D52-8A95-7D31-C73BEC59D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2830523"/>
      </p:ext>
    </p:extLst>
  </p:cSld>
  <p:clrMapOvr>
    <a:masterClrMapping/>
  </p:clrMapOvr>
  <p:transition>
    <p:fade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tream_alt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C570AD9-F776-9BD3-F569-E65C4607FC60}"/>
              </a:ext>
            </a:extLst>
          </p:cNvPr>
          <p:cNvSpPr/>
          <p:nvPr userDrawn="1"/>
        </p:nvSpPr>
        <p:spPr>
          <a:xfrm>
            <a:off x="2458193" y="164856"/>
            <a:ext cx="748145" cy="452628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sz="1350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1C332D2-1F4E-F48E-13A6-799362D72D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5464" y="4375404"/>
            <a:ext cx="6144768" cy="370332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75" b="0" i="1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205026" indent="0">
              <a:buNone/>
              <a:defRPr/>
            </a:lvl2pPr>
            <a:lvl3pPr marL="411480" indent="0">
              <a:buNone/>
              <a:defRPr/>
            </a:lvl3pPr>
            <a:lvl4pPr marL="54864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*Footnotes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D2CF81CD-DD46-EA79-7BCD-7356762AFF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65" y="1181100"/>
            <a:ext cx="7985522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6C4BF043-2D21-E606-9266-D4F265644A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465" y="274320"/>
            <a:ext cx="8594691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5452684"/>
      </p:ext>
    </p:extLst>
  </p:cSld>
  <p:clrMapOvr>
    <a:masterClrMapping/>
  </p:clrMapOvr>
  <p:transition>
    <p:fade/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0" y="4798220"/>
            <a:ext cx="9144000" cy="273844"/>
          </a:xfrm>
        </p:spPr>
        <p:txBody>
          <a:bodyPr/>
          <a:lstStyle>
            <a:lvl1pPr>
              <a:defRPr lang="en-US" sz="600" b="0" i="0" u="none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Amgen Proprietary - For Internal Use Only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BC19CB1-A76B-4132-A390-A973CE2DDA8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11EC0EC4-205B-4D71-A6C5-7AC1798811E4}" type="datetimeFigureOut">
              <a:rPr lang="en-US" smtClean="0"/>
              <a:t>4/12/2026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94435"/>
      </p:ext>
    </p:extLst>
  </p:cSld>
  <p:clrMapOvr>
    <a:masterClrMapping/>
  </p:clrMapOvr>
  <p:transition>
    <p:wipe dir="r"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4092464"/>
      </p:ext>
    </p:extLst>
  </p:cSld>
  <p:clrMapOvr>
    <a:masterClrMapping/>
  </p:clrMapOvr>
  <p:transition>
    <p:fade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816598"/>
      </p:ext>
    </p:extLst>
  </p:cSld>
  <p:clrMapOvr>
    <a:masterClrMapping/>
  </p:clrMapOvr>
  <p:transition>
    <p:fade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2117"/>
            <a:ext cx="8119872" cy="404678"/>
          </a:xfrm>
        </p:spPr>
        <p:txBody>
          <a:bodyPr/>
          <a:lstStyle>
            <a:lvl1pPr algn="l">
              <a:lnSpc>
                <a:spcPts val="35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57200" y="1143001"/>
            <a:ext cx="8272984" cy="3389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7436988"/>
      </p:ext>
    </p:extLst>
  </p:cSld>
  <p:clrMapOvr>
    <a:masterClrMapping/>
  </p:clrMapOvr>
  <p:transition>
    <p:fade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007708"/>
            <a:ext cx="9144000" cy="3546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926543"/>
      </p:ext>
    </p:extLst>
  </p:cSld>
  <p:clrMapOvr>
    <a:masterClrMapping/>
  </p:clrMapOvr>
  <p:transition>
    <p:fade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ng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007707"/>
            <a:ext cx="9144000" cy="3551594"/>
          </a:xfrm>
        </p:spPr>
        <p:txBody>
          <a:bodyPr lIns="0" tIns="0" rIns="0" bIns="0"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5085751"/>
      </p:ext>
    </p:extLst>
  </p:cSld>
  <p:clrMapOvr>
    <a:masterClrMapping/>
  </p:clrMapOvr>
  <p:transition>
    <p:fade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6250"/>
          <a:stretch>
            <a:fillRect/>
          </a:stretch>
        </p:blipFill>
        <p:spPr>
          <a:xfrm>
            <a:off x="0" y="0"/>
            <a:ext cx="9144000" cy="4000500"/>
          </a:xfrm>
          <a:prstGeom prst="rect">
            <a:avLst/>
          </a:prstGeom>
        </p:spPr>
      </p:pic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4000500"/>
          </a:xfrm>
          <a:noFill/>
        </p:spPr>
        <p:txBody>
          <a:bodyPr lIns="0"/>
          <a:lstStyle/>
          <a:p>
            <a:r>
              <a:rPr lang="en-US"/>
              <a:t>Click icon to add picture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255" y="4592060"/>
            <a:ext cx="2081852" cy="380285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571501" y="4460430"/>
            <a:ext cx="7449344" cy="294856"/>
          </a:xfrm>
        </p:spPr>
        <p:txBody>
          <a:bodyPr tIns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0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71501" y="4102228"/>
            <a:ext cx="7449344" cy="346274"/>
          </a:xfrm>
        </p:spPr>
        <p:txBody>
          <a:bodyPr rIns="0" anchor="ctr"/>
          <a:lstStyle>
            <a:lvl1pPr marL="0" indent="0" algn="l">
              <a:buNone/>
              <a:defRPr sz="2400" b="1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3" y="1743075"/>
            <a:ext cx="7441435" cy="5143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>
              <a:defRPr sz="3600" b="1" spc="0" baseline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533296"/>
      </p:ext>
    </p:extLst>
  </p:cSld>
  <p:clrMapOvr>
    <a:masterClrMapping/>
  </p:clrMapOvr>
  <p:transition>
    <p:fade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8535797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 userDrawn="1"/>
        </p:nvSpPr>
        <p:spPr>
          <a:xfrm>
            <a:off x="0" y="1007708"/>
            <a:ext cx="9144000" cy="3546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3838953"/>
      </p:ext>
    </p:extLst>
  </p:cSld>
  <p:clrMapOvr>
    <a:masterClrMapping/>
  </p:clrMapOvr>
  <p:transition>
    <p:fade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5015774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8" y="440249"/>
            <a:ext cx="8416782" cy="492443"/>
          </a:xfrm>
        </p:spPr>
        <p:txBody>
          <a:bodyPr wrap="square" anchor="b">
            <a:spAutoFit/>
          </a:bodyPr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0585627"/>
      </p:ext>
    </p:extLst>
  </p:cSld>
  <p:clrMapOvr>
    <a:masterClrMapping/>
  </p:clrMapOvr>
  <p:transition>
    <p:fade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63540" y="1554482"/>
            <a:ext cx="8416925" cy="292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9" y="440166"/>
            <a:ext cx="8416925" cy="492443"/>
          </a:xfrm>
        </p:spPr>
        <p:txBody>
          <a:bodyPr>
            <a:spAutoFit/>
          </a:bodyPr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63540" y="1146176"/>
            <a:ext cx="8416924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64" indent="0">
              <a:buNone/>
              <a:defRPr sz="2200">
                <a:solidFill>
                  <a:schemeClr val="accent1"/>
                </a:solidFill>
                <a:latin typeface="+mj-lt"/>
              </a:defRPr>
            </a:lvl2pPr>
            <a:lvl3pPr marL="457178" indent="0">
              <a:buNone/>
              <a:defRPr sz="2200">
                <a:solidFill>
                  <a:schemeClr val="accent1"/>
                </a:solidFill>
                <a:latin typeface="+mj-lt"/>
              </a:defRPr>
            </a:lvl3pPr>
            <a:lvl4pPr marL="688941" indent="0">
              <a:buNone/>
              <a:defRPr sz="2200">
                <a:solidFill>
                  <a:schemeClr val="accent1"/>
                </a:solidFill>
                <a:latin typeface="+mj-lt"/>
              </a:defRPr>
            </a:lvl4pPr>
            <a:lvl5pPr marL="914355" indent="0">
              <a:buNone/>
              <a:defRPr sz="22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7469132"/>
      </p:ext>
    </p:extLst>
  </p:cSld>
  <p:clrMapOvr>
    <a:masterClrMapping/>
  </p:clrMapOvr>
  <p:transition>
    <p:fade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3121045" y="1007705"/>
            <a:ext cx="2909455" cy="35515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066255" y="1007705"/>
            <a:ext cx="3075709" cy="35515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2" y="1007705"/>
            <a:ext cx="3075709" cy="35515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40" y="440249"/>
            <a:ext cx="8416925" cy="492443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spAutoFit/>
          </a:bodyPr>
          <a:lstStyle>
            <a:lvl1pPr algn="l">
              <a:lnSpc>
                <a:spcPct val="100000"/>
              </a:lnSpc>
              <a:defRPr lang="en-US" sz="2600" b="1" kern="1200" spc="0" baseline="0" dirty="0">
                <a:solidFill>
                  <a:schemeClr val="accent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7670835"/>
      </p:ext>
    </p:extLst>
  </p:cSld>
  <p:clrMapOvr>
    <a:masterClrMapping/>
  </p:clrMapOvr>
  <p:transition>
    <p:fade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akeaway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2" y="1007707"/>
            <a:ext cx="6026727" cy="355159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069993" y="1008065"/>
            <a:ext cx="3074009" cy="3551237"/>
          </a:xfrm>
          <a:solidFill>
            <a:schemeClr val="accent1"/>
          </a:solidFill>
        </p:spPr>
        <p:txBody>
          <a:bodyPr lIns="182880" rIns="274320" anchor="ctr"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40" y="440249"/>
            <a:ext cx="8416925" cy="492443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spAutoFit/>
          </a:bodyPr>
          <a:lstStyle>
            <a:lvl1pPr algn="l">
              <a:defRPr sz="2600" b="1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779126"/>
      </p:ext>
    </p:extLst>
  </p:cSld>
  <p:clrMapOvr>
    <a:masterClrMapping/>
  </p:clrMapOvr>
  <p:transition>
    <p:fade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keaway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" y="1007707"/>
            <a:ext cx="6053327" cy="35489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53327" y="1005841"/>
            <a:ext cx="3099816" cy="3553460"/>
          </a:xfrm>
          <a:solidFill>
            <a:schemeClr val="accent1"/>
          </a:solidFill>
        </p:spPr>
        <p:txBody>
          <a:bodyPr lIns="182880" tIns="91440" rIns="274320" bIns="91440" anchor="ctr" anchorCtr="0"/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63540" y="1280160"/>
            <a:ext cx="5689600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3398097"/>
      </p:ext>
    </p:extLst>
  </p:cSld>
  <p:clrMapOvr>
    <a:masterClrMapping/>
  </p:clrMapOvr>
  <p:transition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away (botto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5"/>
            <a:ext cx="9144000" cy="28565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0" y="3908121"/>
            <a:ext cx="9144000" cy="651181"/>
          </a:xfrm>
          <a:solidFill>
            <a:schemeClr val="accent1"/>
          </a:solidFill>
        </p:spPr>
        <p:txBody>
          <a:bodyPr wrap="square" lIns="274320" tIns="91440" rIns="274320" bIns="91440" anchor="ctr" anchorCtr="0"/>
          <a:lstStyle>
            <a:lvl1pPr marL="0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63540" y="1280160"/>
            <a:ext cx="8416925" cy="2424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1993648"/>
      </p:ext>
    </p:extLst>
  </p:cSld>
  <p:clrMapOvr>
    <a:masterClrMapping/>
  </p:clrMapOvr>
  <p:transition>
    <p:fade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5"/>
            <a:ext cx="9144000" cy="28565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0" y="3908121"/>
            <a:ext cx="9144000" cy="651181"/>
          </a:xfrm>
          <a:solidFill>
            <a:schemeClr val="accent1"/>
          </a:solidFill>
        </p:spPr>
        <p:txBody>
          <a:bodyPr wrap="square" lIns="274320" tIns="91440" rIns="274320" bIns="91440" anchor="ctr" anchorCtr="0"/>
          <a:lstStyle>
            <a:lvl1pPr marL="0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0"/>
          </p:nvPr>
        </p:nvSpPr>
        <p:spPr>
          <a:xfrm>
            <a:off x="363540" y="1554481"/>
            <a:ext cx="8416925" cy="2203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363540" y="1146176"/>
            <a:ext cx="8234362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64" indent="0">
              <a:buNone/>
              <a:defRPr sz="2400">
                <a:solidFill>
                  <a:schemeClr val="accent1"/>
                </a:solidFill>
                <a:latin typeface="+mj-lt"/>
              </a:defRPr>
            </a:lvl2pPr>
            <a:lvl3pPr marL="457178" indent="0">
              <a:buNone/>
              <a:defRPr sz="2400">
                <a:solidFill>
                  <a:schemeClr val="accent1"/>
                </a:solidFill>
                <a:latin typeface="+mj-lt"/>
              </a:defRPr>
            </a:lvl3pPr>
            <a:lvl4pPr marL="688941" indent="0">
              <a:buNone/>
              <a:defRPr sz="2400">
                <a:solidFill>
                  <a:schemeClr val="accent1"/>
                </a:solidFill>
                <a:latin typeface="+mj-lt"/>
              </a:defRPr>
            </a:lvl4pPr>
            <a:lvl5pPr marL="914355" indent="0">
              <a:buNone/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8512902"/>
      </p:ext>
    </p:extLst>
  </p:cSld>
  <p:clrMapOvr>
    <a:masterClrMapping/>
  </p:clrMapOvr>
  <p:transition>
    <p:fade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keaway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9069" y="1007707"/>
            <a:ext cx="6554932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marL="0" marR="0" lvl="0" indent="0" algn="ctr" defTabSz="582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" y="1007707"/>
            <a:ext cx="2556164" cy="3551594"/>
          </a:xfrm>
          <a:solidFill>
            <a:schemeClr val="accent1"/>
          </a:solidFill>
        </p:spPr>
        <p:txBody>
          <a:bodyPr lIns="274320" tIns="137160" rIns="91440" bIns="182880" anchor="ctr"/>
          <a:lstStyle>
            <a:lvl1pPr marL="0" indent="0" algn="l"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1pPr>
            <a:lvl2pPr marL="169855" indent="0" algn="ctr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344471" indent="0" algn="ctr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2699359" y="1554480"/>
            <a:ext cx="6081104" cy="2923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2699361" y="1146176"/>
            <a:ext cx="6001729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64" indent="0">
              <a:buNone/>
              <a:defRPr sz="2400">
                <a:solidFill>
                  <a:schemeClr val="accent1"/>
                </a:solidFill>
                <a:latin typeface="+mj-lt"/>
              </a:defRPr>
            </a:lvl2pPr>
            <a:lvl3pPr marL="457178" indent="0">
              <a:buNone/>
              <a:defRPr sz="2400">
                <a:solidFill>
                  <a:schemeClr val="accent1"/>
                </a:solidFill>
                <a:latin typeface="+mj-lt"/>
              </a:defRPr>
            </a:lvl3pPr>
            <a:lvl4pPr marL="688941" indent="0">
              <a:buNone/>
              <a:defRPr sz="2400">
                <a:solidFill>
                  <a:schemeClr val="accent1"/>
                </a:solidFill>
                <a:latin typeface="+mj-lt"/>
              </a:defRPr>
            </a:lvl4pPr>
            <a:lvl5pPr marL="914355" indent="0">
              <a:buNone/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781866"/>
      </p:ext>
    </p:extLst>
  </p:cSld>
  <p:clrMapOvr>
    <a:masterClrMapping/>
  </p:clrMapOvr>
  <p:transition>
    <p:fade/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4613565" y="1007708"/>
            <a:ext cx="2244436" cy="355266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1" y="2833070"/>
            <a:ext cx="2265218" cy="172730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007707"/>
            <a:ext cx="4572000" cy="17844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891543" y="2833069"/>
            <a:ext cx="2244436" cy="17262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889722" y="1007707"/>
            <a:ext cx="2244436" cy="17844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7"/>
          </p:nvPr>
        </p:nvSpPr>
        <p:spPr>
          <a:xfrm>
            <a:off x="2306782" y="2833069"/>
            <a:ext cx="2265218" cy="17262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6442914"/>
      </p:ext>
    </p:extLst>
  </p:cSld>
  <p:clrMapOvr>
    <a:masterClrMapping/>
  </p:clrMapOvr>
  <p:transition>
    <p:fade/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007707"/>
            <a:ext cx="9144000" cy="3551594"/>
          </a:xfrm>
        </p:spPr>
        <p:txBody>
          <a:bodyPr lIns="0" tIns="0" rIns="0" bIns="0"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894532"/>
      </p:ext>
    </p:extLst>
  </p:cSld>
  <p:clrMapOvr>
    <a:masterClrMapping/>
  </p:clrMapOvr>
  <p:transition>
    <p:fade/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w/L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739034" y="1173689"/>
            <a:ext cx="2763982" cy="25612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4655127" y="1173689"/>
            <a:ext cx="2763982" cy="25612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1739036" y="3734944"/>
            <a:ext cx="2763693" cy="671804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55417" y="3734944"/>
            <a:ext cx="2763693" cy="671804"/>
          </a:xfrm>
          <a:solidFill>
            <a:schemeClr val="accent1"/>
          </a:solidFill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4629216"/>
      </p:ext>
    </p:extLst>
  </p:cSld>
  <p:clrMapOvr>
    <a:masterClrMapping/>
  </p:clrMapOvr>
  <p:transition>
    <p:fade/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2" y="1007707"/>
            <a:ext cx="3034145" cy="355159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109857" y="1007707"/>
            <a:ext cx="3034145" cy="355159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3063240" y="1005841"/>
            <a:ext cx="3017520" cy="3553460"/>
          </a:xfrm>
          <a:solidFill>
            <a:schemeClr val="accent1"/>
          </a:solidFill>
        </p:spPr>
        <p:txBody>
          <a:bodyPr lIns="182880" tIns="182880" rIns="182880" bIns="182880" anchor="ctr" anchorCtr="0"/>
          <a:lstStyle>
            <a:lvl1pPr marL="0" indent="0" algn="l">
              <a:spcBef>
                <a:spcPts val="545"/>
              </a:spcBef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6205919"/>
      </p:ext>
    </p:extLst>
  </p:cSld>
  <p:clrMapOvr>
    <a:masterClrMapping/>
  </p:clrMapOvr>
  <p:transition>
    <p:fade/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Conten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1007707"/>
            <a:ext cx="6004458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48301" y="1007417"/>
            <a:ext cx="3096491" cy="286312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048299" y="3870544"/>
            <a:ext cx="3096096" cy="688759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63539" y="1280162"/>
            <a:ext cx="5640921" cy="3172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1525541"/>
      </p:ext>
    </p:extLst>
  </p:cSld>
  <p:clrMapOvr>
    <a:masterClrMapping/>
  </p:clrMapOvr>
  <p:transition>
    <p:fade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Content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140023" y="1007707"/>
            <a:ext cx="6003978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-308" y="1007417"/>
            <a:ext cx="3096491" cy="286608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-310" y="3873500"/>
            <a:ext cx="3096096" cy="6858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225453" y="1280162"/>
            <a:ext cx="5555011" cy="3222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8120064"/>
      </p:ext>
    </p:extLst>
  </p:cSld>
  <p:clrMapOvr>
    <a:masterClrMapping/>
  </p:clrMapOvr>
  <p:transition>
    <p:fade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0816219"/>
      </p:ext>
    </p:extLst>
  </p:cSld>
  <p:clrMapOvr>
    <a:masterClrMapping/>
  </p:clrMapOvr>
  <p:transition>
    <p:fade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016133"/>
      </p:ext>
    </p:extLst>
  </p:cSld>
  <p:clrMapOvr>
    <a:masterClrMapping/>
  </p:clrMapOvr>
  <p:transition>
    <p:fade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6250"/>
          <a:stretch>
            <a:fillRect/>
          </a:stretch>
        </p:blipFill>
        <p:spPr>
          <a:xfrm>
            <a:off x="0" y="0"/>
            <a:ext cx="9144000" cy="4000500"/>
          </a:xfrm>
          <a:prstGeom prst="rect">
            <a:avLst/>
          </a:prstGeom>
        </p:spPr>
      </p:pic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4000500"/>
          </a:xfrm>
          <a:noFill/>
        </p:spPr>
        <p:txBody>
          <a:bodyPr lIns="0"/>
          <a:lstStyle/>
          <a:p>
            <a:r>
              <a:rPr lang="en-US"/>
              <a:t>Click icon to add picture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179" y="4596225"/>
            <a:ext cx="1284927" cy="304711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571501" y="4460430"/>
            <a:ext cx="7449344" cy="294856"/>
          </a:xfrm>
        </p:spPr>
        <p:txBody>
          <a:bodyPr tIns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0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71501" y="4102228"/>
            <a:ext cx="7449344" cy="346274"/>
          </a:xfrm>
        </p:spPr>
        <p:txBody>
          <a:bodyPr rIns="0" anchor="ctr"/>
          <a:lstStyle>
            <a:lvl1pPr marL="0" indent="0" algn="l">
              <a:buNone/>
              <a:defRPr sz="2400" b="1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4" y="1743075"/>
            <a:ext cx="7441435" cy="5143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>
              <a:defRPr sz="3600" b="1" spc="0" baseline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0294743"/>
      </p:ext>
    </p:extLst>
  </p:cSld>
  <p:clrMapOvr>
    <a:masterClrMapping/>
  </p:clrMapOvr>
  <p:transition>
    <p:fade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19242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541" y="421895"/>
            <a:ext cx="8416925" cy="510717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defRPr lang="en-US" sz="2800" b="1" smtClean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987555"/>
            <a:ext cx="8119872" cy="1877437"/>
          </a:xfrm>
        </p:spPr>
        <p:txBody>
          <a:bodyPr/>
          <a:lstStyle>
            <a:lvl1pPr>
              <a:defRPr sz="22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8777251"/>
      </p:ext>
    </p:extLst>
  </p:cSld>
  <p:clrMapOvr>
    <a:masterClrMapping/>
  </p:clrMapOvr>
  <p:transition>
    <p:fade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6250"/>
          <a:stretch>
            <a:fillRect/>
          </a:stretch>
        </p:blipFill>
        <p:spPr>
          <a:xfrm>
            <a:off x="0" y="0"/>
            <a:ext cx="9144000" cy="4000500"/>
          </a:xfrm>
          <a:prstGeom prst="rect">
            <a:avLst/>
          </a:prstGeom>
        </p:spPr>
      </p:pic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4000500"/>
          </a:xfrm>
          <a:noFill/>
        </p:spPr>
        <p:txBody>
          <a:bodyPr lIns="0"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255" y="4592065"/>
            <a:ext cx="2081852" cy="380285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571501" y="4460430"/>
            <a:ext cx="7449344" cy="294856"/>
          </a:xfrm>
        </p:spPr>
        <p:txBody>
          <a:bodyPr tIns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0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71501" y="4102228"/>
            <a:ext cx="7449344" cy="346274"/>
          </a:xfrm>
        </p:spPr>
        <p:txBody>
          <a:bodyPr rIns="0" anchor="ctr"/>
          <a:lstStyle>
            <a:lvl1pPr marL="0" indent="0" algn="l">
              <a:buNone/>
              <a:defRPr sz="2400" b="1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4" y="1743075"/>
            <a:ext cx="7441435" cy="5143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>
              <a:defRPr sz="3600" b="1" spc="0" baseline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8238153"/>
      </p:ext>
    </p:extLst>
  </p:cSld>
  <p:clrMapOvr>
    <a:masterClrMapping/>
  </p:clrMapOvr>
  <p:transition>
    <p:fade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5275231"/>
      </p:ext>
    </p:extLst>
  </p:cSld>
  <p:clrMapOvr>
    <a:masterClrMapping/>
  </p:clrMapOvr>
  <p:transition>
    <p:fade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8" y="440258"/>
            <a:ext cx="8416782" cy="492443"/>
          </a:xfrm>
        </p:spPr>
        <p:txBody>
          <a:bodyPr wrap="square" anchor="b">
            <a:spAutoFit/>
          </a:bodyPr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6372170"/>
      </p:ext>
    </p:extLst>
  </p:cSld>
  <p:clrMapOvr>
    <a:masterClrMapping/>
  </p:clrMapOvr>
  <p:transition>
    <p:fade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63540" y="1554482"/>
            <a:ext cx="8416925" cy="292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40" y="440177"/>
            <a:ext cx="8416925" cy="492443"/>
          </a:xfrm>
        </p:spPr>
        <p:txBody>
          <a:bodyPr>
            <a:spAutoFit/>
          </a:bodyPr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63539" y="1146176"/>
            <a:ext cx="8416924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0" indent="0">
              <a:buNone/>
              <a:defRPr sz="2200">
                <a:solidFill>
                  <a:schemeClr val="accent1"/>
                </a:solidFill>
                <a:latin typeface="+mj-lt"/>
              </a:defRPr>
            </a:lvl2pPr>
            <a:lvl3pPr marL="457189" indent="0">
              <a:buNone/>
              <a:defRPr sz="2200">
                <a:solidFill>
                  <a:schemeClr val="accent1"/>
                </a:solidFill>
                <a:latin typeface="+mj-lt"/>
              </a:defRPr>
            </a:lvl3pPr>
            <a:lvl4pPr marL="688958" indent="0">
              <a:buNone/>
              <a:defRPr sz="2200">
                <a:solidFill>
                  <a:schemeClr val="accent1"/>
                </a:solidFill>
                <a:latin typeface="+mj-lt"/>
              </a:defRPr>
            </a:lvl4pPr>
            <a:lvl5pPr marL="914378" indent="0">
              <a:buNone/>
              <a:defRPr sz="22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950957"/>
      </p:ext>
    </p:extLst>
  </p:cSld>
  <p:clrMapOvr>
    <a:masterClrMapping/>
  </p:clrMapOvr>
  <p:transition>
    <p:fade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3121048" y="1007705"/>
            <a:ext cx="2909455" cy="3551595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066256" y="1007705"/>
            <a:ext cx="3075709" cy="3551595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3" y="1007705"/>
            <a:ext cx="3075709" cy="3551595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40" y="440258"/>
            <a:ext cx="8416925" cy="492443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spAutoFit/>
          </a:bodyPr>
          <a:lstStyle>
            <a:lvl1pPr algn="l">
              <a:lnSpc>
                <a:spcPct val="100000"/>
              </a:lnSpc>
              <a:defRPr lang="en-US" sz="2600" b="1" kern="1200" spc="0" baseline="0" dirty="0">
                <a:solidFill>
                  <a:schemeClr val="accent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6902342"/>
      </p:ext>
    </p:extLst>
  </p:cSld>
  <p:clrMapOvr>
    <a:masterClrMapping/>
  </p:clrMapOvr>
  <p:transition>
    <p:fade/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akeaway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1" y="1007707"/>
            <a:ext cx="6026727" cy="355159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069999" y="1008067"/>
            <a:ext cx="3074009" cy="3551237"/>
          </a:xfrm>
          <a:solidFill>
            <a:schemeClr val="accent1"/>
          </a:solidFill>
        </p:spPr>
        <p:txBody>
          <a:bodyPr lIns="182880" rIns="274320" anchor="ctr"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40" y="440258"/>
            <a:ext cx="8416925" cy="492443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spAutoFit/>
          </a:bodyPr>
          <a:lstStyle>
            <a:lvl1pPr algn="l">
              <a:defRPr sz="2600" b="1" spc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08409653"/>
      </p:ext>
    </p:extLst>
  </p:cSld>
  <p:clrMapOvr>
    <a:masterClrMapping/>
  </p:clrMapOvr>
  <p:transition>
    <p:fade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keaway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" y="1007707"/>
            <a:ext cx="6053327" cy="35489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53327" y="1005841"/>
            <a:ext cx="3099816" cy="3553460"/>
          </a:xfrm>
          <a:solidFill>
            <a:schemeClr val="accent1"/>
          </a:solidFill>
        </p:spPr>
        <p:txBody>
          <a:bodyPr lIns="182880" tIns="91440" rIns="274320" bIns="91440" anchor="ctr" anchorCtr="0"/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63539" y="1280160"/>
            <a:ext cx="5689600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8538140"/>
      </p:ext>
    </p:extLst>
  </p:cSld>
  <p:clrMapOvr>
    <a:masterClrMapping/>
  </p:clrMapOvr>
  <p:transition>
    <p:fade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away (botto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5"/>
            <a:ext cx="9144000" cy="28565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0" y="3908126"/>
            <a:ext cx="9144000" cy="651181"/>
          </a:xfrm>
          <a:solidFill>
            <a:schemeClr val="accent1"/>
          </a:solidFill>
        </p:spPr>
        <p:txBody>
          <a:bodyPr wrap="square" lIns="274320" tIns="91440" rIns="274320" bIns="91440" anchor="ctr" anchorCtr="0"/>
          <a:lstStyle>
            <a:lvl1pPr marL="0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63540" y="1280160"/>
            <a:ext cx="8416925" cy="2424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9399539"/>
      </p:ext>
    </p:extLst>
  </p:cSld>
  <p:clrMapOvr>
    <a:masterClrMapping/>
  </p:clrMapOvr>
  <p:transition>
    <p:fade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5"/>
            <a:ext cx="9144000" cy="28565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0" y="3908126"/>
            <a:ext cx="9144000" cy="651181"/>
          </a:xfrm>
          <a:solidFill>
            <a:schemeClr val="accent1"/>
          </a:solidFill>
        </p:spPr>
        <p:txBody>
          <a:bodyPr wrap="square" lIns="274320" tIns="91440" rIns="274320" bIns="91440" anchor="ctr" anchorCtr="0"/>
          <a:lstStyle>
            <a:lvl1pPr marL="0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0"/>
          </p:nvPr>
        </p:nvSpPr>
        <p:spPr>
          <a:xfrm>
            <a:off x="363540" y="1554481"/>
            <a:ext cx="8416925" cy="2203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363539" y="1146176"/>
            <a:ext cx="8234362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0" indent="0">
              <a:buNone/>
              <a:defRPr sz="2400">
                <a:solidFill>
                  <a:schemeClr val="accent1"/>
                </a:solidFill>
                <a:latin typeface="+mj-lt"/>
              </a:defRPr>
            </a:lvl2pPr>
            <a:lvl3pPr marL="457189" indent="0">
              <a:buNone/>
              <a:defRPr sz="2400">
                <a:solidFill>
                  <a:schemeClr val="accent1"/>
                </a:solidFill>
                <a:latin typeface="+mj-lt"/>
              </a:defRPr>
            </a:lvl3pPr>
            <a:lvl4pPr marL="688958" indent="0">
              <a:buNone/>
              <a:defRPr sz="2400">
                <a:solidFill>
                  <a:schemeClr val="accent1"/>
                </a:solidFill>
                <a:latin typeface="+mj-lt"/>
              </a:defRPr>
            </a:lvl4pPr>
            <a:lvl5pPr marL="914378" indent="0">
              <a:buNone/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684527"/>
      </p:ext>
    </p:extLst>
  </p:cSld>
  <p:clrMapOvr>
    <a:masterClrMapping/>
  </p:clrMapOvr>
  <p:transition>
    <p:fade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keaway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9069" y="1007707"/>
            <a:ext cx="6554932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" y="1007707"/>
            <a:ext cx="2556164" cy="3551594"/>
          </a:xfrm>
          <a:solidFill>
            <a:schemeClr val="accent1"/>
          </a:solidFill>
        </p:spPr>
        <p:txBody>
          <a:bodyPr lIns="274320" tIns="137160" rIns="91440" bIns="182880" anchor="ctr"/>
          <a:lstStyle>
            <a:lvl1pPr marL="0" indent="0" algn="l"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1pPr>
            <a:lvl2pPr marL="169859" indent="0" algn="ctr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344479" indent="0" algn="ctr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2699359" y="1554480"/>
            <a:ext cx="6081104" cy="2923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2699361" y="1146176"/>
            <a:ext cx="6001729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0" indent="0">
              <a:buNone/>
              <a:defRPr sz="2400">
                <a:solidFill>
                  <a:schemeClr val="accent1"/>
                </a:solidFill>
                <a:latin typeface="+mj-lt"/>
              </a:defRPr>
            </a:lvl2pPr>
            <a:lvl3pPr marL="457189" indent="0">
              <a:buNone/>
              <a:defRPr sz="2400">
                <a:solidFill>
                  <a:schemeClr val="accent1"/>
                </a:solidFill>
                <a:latin typeface="+mj-lt"/>
              </a:defRPr>
            </a:lvl3pPr>
            <a:lvl4pPr marL="688958" indent="0">
              <a:buNone/>
              <a:defRPr sz="2400">
                <a:solidFill>
                  <a:schemeClr val="accent1"/>
                </a:solidFill>
                <a:latin typeface="+mj-lt"/>
              </a:defRPr>
            </a:lvl4pPr>
            <a:lvl5pPr marL="914378" indent="0">
              <a:buNone/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3984658"/>
      </p:ext>
    </p:extLst>
  </p:cSld>
  <p:clrMapOvr>
    <a:masterClrMapping/>
  </p:clrMapOvr>
  <p:transition>
    <p:fade/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4613565" y="1007708"/>
            <a:ext cx="2244436" cy="355266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1" y="2833070"/>
            <a:ext cx="2265218" cy="1727301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007707"/>
            <a:ext cx="4572000" cy="178448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891543" y="2833069"/>
            <a:ext cx="2244436" cy="1726232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889721" y="1007707"/>
            <a:ext cx="2244436" cy="178448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7"/>
          </p:nvPr>
        </p:nvSpPr>
        <p:spPr>
          <a:xfrm>
            <a:off x="2306782" y="2833069"/>
            <a:ext cx="2265218" cy="1726232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1175222"/>
      </p:ext>
    </p:extLst>
  </p:cSld>
  <p:clrMapOvr>
    <a:masterClrMapping/>
  </p:clrMapOvr>
  <p:transition>
    <p:fade/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007707"/>
            <a:ext cx="9144000" cy="3551594"/>
          </a:xfrm>
        </p:spPr>
        <p:txBody>
          <a:bodyPr lIns="0" tIns="0" rIns="0" bIns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6387282"/>
      </p:ext>
    </p:extLst>
  </p:cSld>
  <p:clrMapOvr>
    <a:masterClrMapping/>
  </p:clrMapOvr>
  <p:transition>
    <p:fade/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w/L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739034" y="1173689"/>
            <a:ext cx="2763982" cy="256125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4655127" y="1173689"/>
            <a:ext cx="2763982" cy="256125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1739038" y="3734944"/>
            <a:ext cx="2763693" cy="671804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55429" y="3734944"/>
            <a:ext cx="2763693" cy="671804"/>
          </a:xfrm>
          <a:solidFill>
            <a:schemeClr val="accent1"/>
          </a:solidFill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07341805"/>
      </p:ext>
    </p:extLst>
  </p:cSld>
  <p:clrMapOvr>
    <a:masterClrMapping/>
  </p:clrMapOvr>
  <p:transition>
    <p:fade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" y="1007707"/>
            <a:ext cx="3034145" cy="355159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109859" y="1007707"/>
            <a:ext cx="3034145" cy="355159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3063240" y="1005841"/>
            <a:ext cx="3017520" cy="3553460"/>
          </a:xfrm>
          <a:solidFill>
            <a:schemeClr val="accent1"/>
          </a:solidFill>
        </p:spPr>
        <p:txBody>
          <a:bodyPr lIns="182880" tIns="182880" rIns="182880" bIns="182880" anchor="ctr" anchorCtr="0"/>
          <a:lstStyle>
            <a:lvl1pPr marL="0" indent="0" algn="l">
              <a:spcBef>
                <a:spcPts val="545"/>
              </a:spcBef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5065569"/>
      </p:ext>
    </p:extLst>
  </p:cSld>
  <p:clrMapOvr>
    <a:masterClrMapping/>
  </p:clrMapOvr>
  <p:transition>
    <p:fade/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Conten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48302" y="1007419"/>
            <a:ext cx="3096491" cy="2863127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048299" y="3870549"/>
            <a:ext cx="3096096" cy="688759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63539" y="1280167"/>
            <a:ext cx="5640921" cy="3172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2404439"/>
      </p:ext>
    </p:extLst>
  </p:cSld>
  <p:clrMapOvr>
    <a:masterClrMapping/>
  </p:clrMapOvr>
  <p:transition>
    <p:fade/>
  </p:transition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Content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140023" y="1007707"/>
            <a:ext cx="6003978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-309" y="1007416"/>
            <a:ext cx="3096491" cy="2866085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-310" y="3873500"/>
            <a:ext cx="3096096" cy="6858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225453" y="1280161"/>
            <a:ext cx="5555011" cy="3222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2406969"/>
      </p:ext>
    </p:extLst>
  </p:cSld>
  <p:clrMapOvr>
    <a:masterClrMapping/>
  </p:clrMapOvr>
  <p:transition>
    <p:fade/>
  </p:transition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7897184"/>
      </p:ext>
    </p:extLst>
  </p:cSld>
  <p:clrMapOvr>
    <a:masterClrMapping/>
  </p:clrMapOvr>
  <p:transition>
    <p:fade/>
  </p:transition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4474329"/>
      </p:ext>
    </p:extLst>
  </p:cSld>
  <p:clrMapOvr>
    <a:masterClrMapping/>
  </p:clrMapOvr>
  <p:transition>
    <p:fade/>
  </p:transition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1552"/>
            <a:ext cx="7886700" cy="4924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/>
          <a:lstStyle/>
          <a:p>
            <a:fld id="{E5B7A53A-6421-44AE-B7D1-378AF3C1261D}" type="datetimeFigureOut">
              <a:rPr lang="en-US" smtClean="0">
                <a:solidFill>
                  <a:srgbClr val="000000"/>
                </a:solidFill>
              </a:rPr>
              <a:pPr/>
              <a:t>4/12/2026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4767264"/>
            <a:ext cx="9144000" cy="273844"/>
          </a:xfrm>
          <a:prstGeom prst="rect">
            <a:avLst/>
          </a:prstGeom>
        </p:spPr>
        <p:txBody>
          <a:bodyPr/>
          <a:lstStyle>
            <a:lvl1pPr>
              <a:defRPr lang="en-US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/>
          <a:lstStyle/>
          <a:p>
            <a:fld id="{E65327E2-F945-4B14-8C63-1ACFADF3C1DE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871008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6250"/>
          <a:stretch>
            <a:fillRect/>
          </a:stretch>
        </p:blipFill>
        <p:spPr>
          <a:xfrm>
            <a:off x="0" y="0"/>
            <a:ext cx="9144000" cy="4000500"/>
          </a:xfrm>
          <a:prstGeom prst="rect">
            <a:avLst/>
          </a:prstGeom>
        </p:spPr>
      </p:pic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4000500"/>
          </a:xfrm>
          <a:noFill/>
        </p:spPr>
        <p:txBody>
          <a:bodyPr lIns="0"/>
          <a:lstStyle/>
          <a:p>
            <a:r>
              <a:rPr lang="en-US"/>
              <a:t>Click icon to add picture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255" y="4592059"/>
            <a:ext cx="2081852" cy="380285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571501" y="4460430"/>
            <a:ext cx="7449344" cy="294856"/>
          </a:xfrm>
        </p:spPr>
        <p:txBody>
          <a:bodyPr tIns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0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71501" y="4102228"/>
            <a:ext cx="7449344" cy="346274"/>
          </a:xfrm>
        </p:spPr>
        <p:txBody>
          <a:bodyPr rIns="0" anchor="ctr"/>
          <a:lstStyle>
            <a:lvl1pPr marL="0" indent="0" algn="l">
              <a:buNone/>
              <a:defRPr sz="2400" b="1" cap="all" spc="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1502" y="1743075"/>
            <a:ext cx="7441435" cy="5143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>
              <a:defRPr sz="3600" b="1" spc="0" baseline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045165"/>
      </p:ext>
    </p:extLst>
  </p:cSld>
  <p:clrMapOvr>
    <a:masterClrMapping/>
  </p:clrMapOvr>
  <p:transition>
    <p:fade/>
  </p:transition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5732657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 userDrawn="1"/>
        </p:nvSpPr>
        <p:spPr>
          <a:xfrm>
            <a:off x="0" y="1007707"/>
            <a:ext cx="9144000" cy="3546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4231135"/>
      </p:ext>
    </p:extLst>
  </p:cSld>
  <p:clrMapOvr>
    <a:masterClrMapping/>
  </p:clrMapOvr>
  <p:transition>
    <p:fade/>
  </p:transition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984526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8" y="440247"/>
            <a:ext cx="8416782" cy="492443"/>
          </a:xfrm>
        </p:spPr>
        <p:txBody>
          <a:bodyPr wrap="square" anchor="b">
            <a:spAutoFit/>
          </a:bodyPr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3210740"/>
      </p:ext>
    </p:extLst>
  </p:cSld>
  <p:clrMapOvr>
    <a:masterClrMapping/>
  </p:clrMapOvr>
  <p:transition>
    <p:fade/>
  </p:transition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63539" y="1554481"/>
            <a:ext cx="8416925" cy="292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8" y="440165"/>
            <a:ext cx="8416925" cy="492443"/>
          </a:xfrm>
        </p:spPr>
        <p:txBody>
          <a:bodyPr>
            <a:spAutoFit/>
          </a:bodyPr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63539" y="1146176"/>
            <a:ext cx="8416924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0" indent="0">
              <a:buNone/>
              <a:defRPr sz="2200">
                <a:solidFill>
                  <a:schemeClr val="accent1"/>
                </a:solidFill>
                <a:latin typeface="+mj-lt"/>
              </a:defRPr>
            </a:lvl2pPr>
            <a:lvl3pPr marL="457189" indent="0">
              <a:buNone/>
              <a:defRPr sz="2200">
                <a:solidFill>
                  <a:schemeClr val="accent1"/>
                </a:solidFill>
                <a:latin typeface="+mj-lt"/>
              </a:defRPr>
            </a:lvl3pPr>
            <a:lvl4pPr marL="688958" indent="0">
              <a:buNone/>
              <a:defRPr sz="2200">
                <a:solidFill>
                  <a:schemeClr val="accent1"/>
                </a:solidFill>
                <a:latin typeface="+mj-lt"/>
              </a:defRPr>
            </a:lvl4pPr>
            <a:lvl5pPr marL="914378" indent="0">
              <a:buNone/>
              <a:defRPr sz="22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2536506"/>
      </p:ext>
    </p:extLst>
  </p:cSld>
  <p:clrMapOvr>
    <a:masterClrMapping/>
  </p:clrMapOvr>
  <p:transition>
    <p:fade/>
  </p:transition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ne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3121044" y="1007705"/>
            <a:ext cx="2909455" cy="35515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066254" y="1007705"/>
            <a:ext cx="3075709" cy="35515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" y="1007705"/>
            <a:ext cx="3075709" cy="35515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9" y="440247"/>
            <a:ext cx="8416925" cy="492443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spAutoFit/>
          </a:bodyPr>
          <a:lstStyle>
            <a:lvl1pPr algn="l">
              <a:lnSpc>
                <a:spcPct val="100000"/>
              </a:lnSpc>
              <a:defRPr lang="en-US" sz="2600" b="1" kern="1200" spc="0" baseline="0" dirty="0">
                <a:solidFill>
                  <a:schemeClr val="accent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590320"/>
      </p:ext>
    </p:extLst>
  </p:cSld>
  <p:clrMapOvr>
    <a:masterClrMapping/>
  </p:clrMapOvr>
  <p:transition>
    <p:fade/>
  </p:transition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akeaway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1" y="1007707"/>
            <a:ext cx="6026727" cy="355159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6069992" y="1008064"/>
            <a:ext cx="3074009" cy="3551237"/>
          </a:xfrm>
          <a:solidFill>
            <a:schemeClr val="accent1"/>
          </a:solidFill>
        </p:spPr>
        <p:txBody>
          <a:bodyPr lIns="182880" rIns="274320" anchor="ctr"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539" y="440247"/>
            <a:ext cx="8416925" cy="492443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spAutoFit/>
          </a:bodyPr>
          <a:lstStyle>
            <a:lvl1pPr algn="l">
              <a:defRPr sz="2600" b="1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4733262"/>
      </p:ext>
    </p:extLst>
  </p:cSld>
  <p:clrMapOvr>
    <a:masterClrMapping/>
  </p:clrMapOvr>
  <p:transition>
    <p:fade/>
  </p:transition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keaway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1007707"/>
            <a:ext cx="6053327" cy="35489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053327" y="1005841"/>
            <a:ext cx="3099816" cy="3553460"/>
          </a:xfrm>
          <a:solidFill>
            <a:schemeClr val="accent1"/>
          </a:solidFill>
        </p:spPr>
        <p:txBody>
          <a:bodyPr lIns="182880" tIns="91440" rIns="274320" bIns="91440" anchor="ctr" anchorCtr="0"/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63539" y="1280160"/>
            <a:ext cx="5689600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3606175"/>
      </p:ext>
    </p:extLst>
  </p:cSld>
  <p:clrMapOvr>
    <a:masterClrMapping/>
  </p:clrMapOvr>
  <p:transition>
    <p:fade/>
  </p:transition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away (botto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5"/>
            <a:ext cx="9144000" cy="28565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0" y="3908120"/>
            <a:ext cx="9144000" cy="651181"/>
          </a:xfrm>
          <a:solidFill>
            <a:schemeClr val="accent1"/>
          </a:solidFill>
        </p:spPr>
        <p:txBody>
          <a:bodyPr wrap="square" lIns="274320" tIns="91440" rIns="274320" bIns="91440" anchor="ctr" anchorCtr="0"/>
          <a:lstStyle>
            <a:lvl1pPr marL="0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63539" y="1280160"/>
            <a:ext cx="8416925" cy="2424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09855175"/>
      </p:ext>
    </p:extLst>
  </p:cSld>
  <p:clrMapOvr>
    <a:masterClrMapping/>
  </p:clrMapOvr>
  <p:transition>
    <p:fade/>
  </p:transition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5"/>
            <a:ext cx="9144000" cy="28565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0" y="3908120"/>
            <a:ext cx="9144000" cy="651181"/>
          </a:xfrm>
          <a:solidFill>
            <a:schemeClr val="accent1"/>
          </a:solidFill>
        </p:spPr>
        <p:txBody>
          <a:bodyPr wrap="square" lIns="274320" tIns="91440" rIns="274320" bIns="91440" anchor="ctr" anchorCtr="0"/>
          <a:lstStyle>
            <a:lvl1pPr marL="0" indent="0" algn="ctr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0"/>
          </p:nvPr>
        </p:nvSpPr>
        <p:spPr>
          <a:xfrm>
            <a:off x="363539" y="1554481"/>
            <a:ext cx="8416925" cy="2203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363539" y="1146176"/>
            <a:ext cx="8234362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0" indent="0">
              <a:buNone/>
              <a:defRPr sz="2400">
                <a:solidFill>
                  <a:schemeClr val="accent1"/>
                </a:solidFill>
                <a:latin typeface="+mj-lt"/>
              </a:defRPr>
            </a:lvl2pPr>
            <a:lvl3pPr marL="457189" indent="0">
              <a:buNone/>
              <a:defRPr sz="2400">
                <a:solidFill>
                  <a:schemeClr val="accent1"/>
                </a:solidFill>
                <a:latin typeface="+mj-lt"/>
              </a:defRPr>
            </a:lvl3pPr>
            <a:lvl4pPr marL="688958" indent="0">
              <a:buNone/>
              <a:defRPr sz="2400">
                <a:solidFill>
                  <a:schemeClr val="accent1"/>
                </a:solidFill>
                <a:latin typeface="+mj-lt"/>
              </a:defRPr>
            </a:lvl4pPr>
            <a:lvl5pPr marL="914378" indent="0">
              <a:buNone/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6988357"/>
      </p:ext>
    </p:extLst>
  </p:cSld>
  <p:clrMapOvr>
    <a:masterClrMapping/>
  </p:clrMapOvr>
  <p:transition>
    <p:fade/>
  </p:transition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keaway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9069" y="1007707"/>
            <a:ext cx="6554932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" y="1007707"/>
            <a:ext cx="2556164" cy="3551594"/>
          </a:xfrm>
          <a:solidFill>
            <a:schemeClr val="accent1"/>
          </a:solidFill>
        </p:spPr>
        <p:txBody>
          <a:bodyPr lIns="274320" tIns="137160" rIns="91440" bIns="182880" anchor="ctr"/>
          <a:lstStyle>
            <a:lvl1pPr marL="0" indent="0" algn="l">
              <a:buClr>
                <a:schemeClr val="bg1"/>
              </a:buClr>
              <a:buNone/>
              <a:defRPr sz="2000">
                <a:solidFill>
                  <a:schemeClr val="bg1"/>
                </a:solidFill>
              </a:defRPr>
            </a:lvl1pPr>
            <a:lvl2pPr marL="169859" indent="0" algn="ctr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344479" indent="0" algn="ctr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2699359" y="1554480"/>
            <a:ext cx="6081104" cy="2923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2699360" y="1146176"/>
            <a:ext cx="6001729" cy="352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31770" indent="0">
              <a:buNone/>
              <a:defRPr sz="2400">
                <a:solidFill>
                  <a:schemeClr val="accent1"/>
                </a:solidFill>
                <a:latin typeface="+mj-lt"/>
              </a:defRPr>
            </a:lvl2pPr>
            <a:lvl3pPr marL="457189" indent="0">
              <a:buNone/>
              <a:defRPr sz="2400">
                <a:solidFill>
                  <a:schemeClr val="accent1"/>
                </a:solidFill>
                <a:latin typeface="+mj-lt"/>
              </a:defRPr>
            </a:lvl3pPr>
            <a:lvl4pPr marL="688958" indent="0">
              <a:buNone/>
              <a:defRPr sz="2400">
                <a:solidFill>
                  <a:schemeClr val="accent1"/>
                </a:solidFill>
                <a:latin typeface="+mj-lt"/>
              </a:defRPr>
            </a:lvl4pPr>
            <a:lvl5pPr marL="914378" indent="0">
              <a:buNone/>
              <a:defRPr sz="24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113593"/>
      </p:ext>
    </p:extLst>
  </p:cSld>
  <p:clrMapOvr>
    <a:masterClrMapping/>
  </p:clrMapOvr>
  <p:transition>
    <p:fade/>
  </p:transition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4613565" y="1007707"/>
            <a:ext cx="2244436" cy="355266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1" y="2833069"/>
            <a:ext cx="2265218" cy="172730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007707"/>
            <a:ext cx="4572000" cy="17844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891543" y="2833069"/>
            <a:ext cx="2244436" cy="17262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889721" y="1007707"/>
            <a:ext cx="2244436" cy="17844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7"/>
          </p:nvPr>
        </p:nvSpPr>
        <p:spPr>
          <a:xfrm>
            <a:off x="2306782" y="2833069"/>
            <a:ext cx="2265218" cy="17262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2996664"/>
      </p:ext>
    </p:extLst>
  </p:cSld>
  <p:clrMapOvr>
    <a:masterClrMapping/>
  </p:clrMapOvr>
  <p:transition>
    <p:fade/>
  </p:transition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007707"/>
            <a:ext cx="9144000" cy="3551594"/>
          </a:xfrm>
        </p:spPr>
        <p:txBody>
          <a:bodyPr lIns="0" tIns="0" rIns="0" bIns="0"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4991951"/>
      </p:ext>
    </p:extLst>
  </p:cSld>
  <p:clrMapOvr>
    <a:masterClrMapping/>
  </p:clrMapOvr>
  <p:transition>
    <p:fade/>
  </p:transition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w/L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007707"/>
            <a:ext cx="9144000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739034" y="1173689"/>
            <a:ext cx="2763982" cy="25612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4655127" y="1173689"/>
            <a:ext cx="2763982" cy="25612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1739035" y="3734943"/>
            <a:ext cx="2763693" cy="671804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55417" y="3734943"/>
            <a:ext cx="2763693" cy="671804"/>
          </a:xfrm>
          <a:solidFill>
            <a:schemeClr val="accent1"/>
          </a:solidFill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0159769"/>
      </p:ext>
    </p:extLst>
  </p:cSld>
  <p:clrMapOvr>
    <a:masterClrMapping/>
  </p:clrMapOvr>
  <p:transition>
    <p:fade/>
  </p:transition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 and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" y="1007707"/>
            <a:ext cx="3034145" cy="355159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109856" y="1007707"/>
            <a:ext cx="3034145" cy="355159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3063240" y="1005841"/>
            <a:ext cx="3017520" cy="3553460"/>
          </a:xfrm>
          <a:solidFill>
            <a:schemeClr val="accent1"/>
          </a:solidFill>
        </p:spPr>
        <p:txBody>
          <a:bodyPr lIns="182880" tIns="182880" rIns="182880" bIns="182880" anchor="ctr" anchorCtr="0"/>
          <a:lstStyle>
            <a:lvl1pPr marL="0" indent="0" algn="l">
              <a:spcBef>
                <a:spcPts val="545"/>
              </a:spcBef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0014560"/>
      </p:ext>
    </p:extLst>
  </p:cSld>
  <p:clrMapOvr>
    <a:masterClrMapping/>
  </p:clrMapOvr>
  <p:transition>
    <p:fade/>
  </p:transition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Conten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1007707"/>
            <a:ext cx="6004458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48300" y="1007416"/>
            <a:ext cx="3096491" cy="286312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048299" y="3870543"/>
            <a:ext cx="3096096" cy="688759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63539" y="1280161"/>
            <a:ext cx="5640921" cy="3172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1908855"/>
      </p:ext>
    </p:extLst>
  </p:cSld>
  <p:clrMapOvr>
    <a:masterClrMapping/>
  </p:clrMapOvr>
  <p:transition>
    <p:fade/>
  </p:transition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Content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140023" y="1007707"/>
            <a:ext cx="6003978" cy="3551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-309" y="1007416"/>
            <a:ext cx="3096491" cy="286608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-310" y="3873500"/>
            <a:ext cx="3096096" cy="685800"/>
          </a:xfr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225452" y="1280161"/>
            <a:ext cx="5555011" cy="3222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0645387"/>
      </p:ext>
    </p:extLst>
  </p:cSld>
  <p:clrMapOvr>
    <a:masterClrMapping/>
  </p:clrMapOvr>
  <p:transition>
    <p:fade/>
  </p:transition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9565288"/>
      </p:ext>
    </p:extLst>
  </p:cSld>
  <p:clrMapOvr>
    <a:masterClrMapping/>
  </p:clrMapOvr>
  <p:transition>
    <p:fade/>
  </p:transition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14218"/>
      </p:ext>
    </p:extLst>
  </p:cSld>
  <p:clrMapOvr>
    <a:masterClrMapping/>
  </p:clrMapOvr>
  <p:transition>
    <p:fade/>
  </p:transition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628650" y="584598"/>
            <a:ext cx="4588669" cy="683419"/>
          </a:xfrm>
          <a:prstGeom prst="rect">
            <a:avLst/>
          </a:prstGeom>
          <a:noFill/>
          <a:ln w="19050"/>
        </p:spPr>
        <p:txBody>
          <a:bodyPr wrap="square"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Object2"/>
          <p:cNvSpPr/>
          <p:nvPr/>
        </p:nvSpPr>
        <p:spPr>
          <a:xfrm>
            <a:off x="628650" y="1543051"/>
            <a:ext cx="7886700" cy="3089672"/>
          </a:xfrm>
          <a:prstGeom prst="rect">
            <a:avLst/>
          </a:prstGeom>
          <a:noFill/>
          <a:ln w="19050"/>
        </p:spPr>
        <p:txBody>
          <a:bodyPr wrap="square"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088" y="286941"/>
            <a:ext cx="150019" cy="63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9823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1_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50B24137-05D7-FA7F-8E73-50CFAF0BB3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301" y="4199153"/>
            <a:ext cx="6747771" cy="320256"/>
          </a:xfrm>
        </p:spPr>
        <p:txBody>
          <a:bodyPr tIns="0"/>
          <a:lstStyle>
            <a:lvl1pPr marL="0" indent="0"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425" b="1" i="0" cap="none" spc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4770400-B5E3-8E86-16D3-74444D1AD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301" y="3514249"/>
            <a:ext cx="6747768" cy="51435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ts val="3150"/>
              </a:lnSpc>
              <a:defRPr sz="2850" b="1" i="0" cap="none" spc="0" baseline="0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9F4E6B-1C6D-07C3-BCA9-E78964CD84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301" y="4415651"/>
            <a:ext cx="6747771" cy="320256"/>
          </a:xfrm>
        </p:spPr>
        <p:txBody>
          <a:bodyPr tIns="0"/>
          <a:lstStyle>
            <a:lvl1pPr marL="0" indent="0"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buNone/>
              <a:defRPr sz="1069" b="0" i="0" cap="none" spc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8BA9991-E50E-8965-C781-50935FCA9F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0560" y="4274477"/>
            <a:ext cx="1320014" cy="314289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A4AD52-FE9E-9AA0-830D-340E2BDD92F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47224"/>
            <a:ext cx="9144000" cy="2463800"/>
          </a:xfrm>
          <a:custGeom>
            <a:avLst/>
            <a:gdLst>
              <a:gd name="connsiteX0" fmla="*/ 2021205 w 12192000"/>
              <a:gd name="connsiteY0" fmla="*/ 40 h 3285067"/>
              <a:gd name="connsiteX1" fmla="*/ 12192000 w 12192000"/>
              <a:gd name="connsiteY1" fmla="*/ 40 h 3285067"/>
              <a:gd name="connsiteX2" fmla="*/ 12192000 w 12192000"/>
              <a:gd name="connsiteY2" fmla="*/ 3285067 h 3285067"/>
              <a:gd name="connsiteX3" fmla="*/ 0 w 12192000"/>
              <a:gd name="connsiteY3" fmla="*/ 3285067 h 3285067"/>
              <a:gd name="connsiteX4" fmla="*/ 0 w 12192000"/>
              <a:gd name="connsiteY4" fmla="*/ 1506224 h 3285067"/>
              <a:gd name="connsiteX5" fmla="*/ 847090 w 12192000"/>
              <a:gd name="connsiteY5" fmla="*/ 409722 h 3285067"/>
              <a:gd name="connsiteX6" fmla="*/ 2021205 w 12192000"/>
              <a:gd name="connsiteY6" fmla="*/ 40 h 328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285067">
                <a:moveTo>
                  <a:pt x="2021205" y="40"/>
                </a:moveTo>
                <a:lnTo>
                  <a:pt x="12192000" y="40"/>
                </a:lnTo>
                <a:lnTo>
                  <a:pt x="12192000" y="3285067"/>
                </a:lnTo>
                <a:lnTo>
                  <a:pt x="0" y="3285067"/>
                </a:lnTo>
                <a:lnTo>
                  <a:pt x="0" y="1506224"/>
                </a:lnTo>
                <a:cubicBezTo>
                  <a:pt x="203835" y="1107957"/>
                  <a:pt x="462280" y="699543"/>
                  <a:pt x="847090" y="409722"/>
                </a:cubicBezTo>
                <a:cubicBezTo>
                  <a:pt x="1038225" y="266397"/>
                  <a:pt x="1391920" y="-3765"/>
                  <a:pt x="2021205" y="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03334871"/>
      </p:ext>
    </p:extLst>
  </p:cSld>
  <p:clrMapOvr>
    <a:masterClrMapping/>
  </p:clrMapOvr>
  <p:transition>
    <p:fade/>
  </p:transition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6">
            <a:extLst>
              <a:ext uri="{FF2B5EF4-FFF2-40B4-BE49-F238E27FC236}">
                <a16:creationId xmlns:a16="http://schemas.microsoft.com/office/drawing/2014/main" id="{D43F4DDF-9B26-0FD6-2240-8FE31F6CB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844" y="274321"/>
            <a:ext cx="8596313" cy="38087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2475"/>
            </a:lvl1pPr>
          </a:lstStyle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0478110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231F43A-B581-7C41-829B-830F42FB3D05}"/>
              </a:ext>
            </a:extLst>
          </p:cNvPr>
          <p:cNvSpPr txBox="1"/>
          <p:nvPr userDrawn="1"/>
        </p:nvSpPr>
        <p:spPr>
          <a:xfrm>
            <a:off x="3915942" y="4417100"/>
            <a:ext cx="481285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Amgen Operations Career Development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FD0CEC-BB38-B547-965D-933A6A694D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118" y="4689873"/>
            <a:ext cx="740213" cy="17553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1220F4-3D6F-AB42-8E6B-1DF81C1301AC}"/>
              </a:ext>
            </a:extLst>
          </p:cNvPr>
          <p:cNvSpPr txBox="1"/>
          <p:nvPr userDrawn="1"/>
        </p:nvSpPr>
        <p:spPr>
          <a:xfrm>
            <a:off x="3195922" y="1353048"/>
            <a:ext cx="5556626" cy="13042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475" b="1" dirty="0">
                <a:solidFill>
                  <a:srgbClr val="EB782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BIOBOOK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0C8D7D9C-BACE-FF46-ABB9-186E339665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25" b="13993"/>
          <a:stretch/>
        </p:blipFill>
        <p:spPr>
          <a:xfrm>
            <a:off x="0" y="12300"/>
            <a:ext cx="4276164" cy="5131200"/>
          </a:xfrm>
          <a:prstGeom prst="rect">
            <a:avLst/>
          </a:prstGeom>
        </p:spPr>
      </p:pic>
      <p:pic>
        <p:nvPicPr>
          <p:cNvPr id="13" name="Picture 12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C45E0323-35A4-D748-885F-7C2CD5CA24D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132" y="1052513"/>
            <a:ext cx="1861176" cy="47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943709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D54A4D-2380-2C4B-9CC7-905306CDEF5D}"/>
              </a:ext>
            </a:extLst>
          </p:cNvPr>
          <p:cNvSpPr/>
          <p:nvPr userDrawn="1"/>
        </p:nvSpPr>
        <p:spPr>
          <a:xfrm>
            <a:off x="-1" y="4767266"/>
            <a:ext cx="9144001" cy="376236"/>
          </a:xfrm>
          <a:prstGeom prst="rect">
            <a:avLst/>
          </a:prstGeom>
          <a:gradFill flip="none" rotWithShape="1">
            <a:gsLst>
              <a:gs pos="0">
                <a:srgbClr val="EB7825"/>
              </a:gs>
              <a:gs pos="100000">
                <a:srgbClr val="B8352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D14EEBA0-1F8A-1E40-96B8-6CD6772B54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576" y="420220"/>
            <a:ext cx="5807364" cy="27384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000" b="1" i="0">
                <a:solidFill>
                  <a:srgbClr val="00427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4" indent="0">
              <a:buNone/>
              <a:defRPr sz="3636">
                <a:solidFill>
                  <a:srgbClr val="00427F"/>
                </a:solidFill>
                <a:latin typeface="+mn-lt"/>
              </a:defRPr>
            </a:lvl2pPr>
            <a:lvl3pPr marL="914410" indent="0">
              <a:buNone/>
              <a:defRPr sz="3636">
                <a:solidFill>
                  <a:srgbClr val="00427F"/>
                </a:solidFill>
                <a:latin typeface="+mn-lt"/>
              </a:defRPr>
            </a:lvl3pPr>
            <a:lvl4pPr marL="1371615" indent="0">
              <a:buNone/>
              <a:defRPr sz="3636">
                <a:solidFill>
                  <a:srgbClr val="00427F"/>
                </a:solidFill>
                <a:latin typeface="+mn-lt"/>
              </a:defRPr>
            </a:lvl4pPr>
            <a:lvl5pPr marL="1828821" indent="0">
              <a:buNone/>
              <a:defRPr sz="3636">
                <a:solidFill>
                  <a:srgbClr val="00427F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8268B-CFAC-9745-AD61-C007ED1ED0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576" y="1058956"/>
            <a:ext cx="5807364" cy="302558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545"/>
              </a:spcAft>
              <a:buNone/>
              <a:defRPr sz="1050"/>
            </a:lvl1pPr>
            <a:lvl2pPr indent="0">
              <a:lnSpc>
                <a:spcPts val="2000"/>
              </a:lnSpc>
              <a:defRPr sz="1274"/>
            </a:lvl2pPr>
            <a:lvl3pPr indent="0">
              <a:lnSpc>
                <a:spcPts val="2000"/>
              </a:lnSpc>
              <a:defRPr sz="1274"/>
            </a:lvl3pPr>
            <a:lvl4pPr indent="0">
              <a:lnSpc>
                <a:spcPts val="2000"/>
              </a:lnSpc>
              <a:defRPr sz="1274"/>
            </a:lvl4pPr>
            <a:lvl5pPr indent="0">
              <a:lnSpc>
                <a:spcPts val="2000"/>
              </a:lnSpc>
              <a:defRPr sz="1274"/>
            </a:lvl5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0287509C-8D9C-6344-9D6D-6799EBBE7F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5637" y="4868822"/>
            <a:ext cx="658490" cy="17312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A66C60-16F7-D94F-A14B-78B62C83DD7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Amgen Proprietary—Internal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60856-35B9-CB4E-B720-1D1E5B80AD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0BF17-A182-4E06-BD23-4928AAA22A3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5399EA1A-6335-3342-B39E-AB241B711E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858" y="186278"/>
            <a:ext cx="113664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138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9">
          <p15:clr>
            <a:srgbClr val="FBAE40"/>
          </p15:clr>
        </p15:guide>
        <p15:guide id="2" pos="262">
          <p15:clr>
            <a:srgbClr val="FBAE40"/>
          </p15:clr>
        </p15:guide>
        <p15:guide id="3" pos="5498">
          <p15:clr>
            <a:srgbClr val="FBAE40"/>
          </p15:clr>
        </p15:guide>
        <p15:guide id="4" pos="4976">
          <p15:clr>
            <a:srgbClr val="FBAE40"/>
          </p15:clr>
        </p15:guide>
        <p15:guide id="5" pos="4451">
          <p15:clr>
            <a:srgbClr val="FBAE40"/>
          </p15:clr>
        </p15:guide>
        <p15:guide id="6" pos="3927">
          <p15:clr>
            <a:srgbClr val="FBAE40"/>
          </p15:clr>
        </p15:guide>
        <p15:guide id="7" pos="3404">
          <p15:clr>
            <a:srgbClr val="FBAE40"/>
          </p15:clr>
        </p15:guide>
        <p15:guide id="8" pos="2880">
          <p15:clr>
            <a:srgbClr val="FBAE40"/>
          </p15:clr>
        </p15:guide>
        <p15:guide id="9" pos="2357">
          <p15:clr>
            <a:srgbClr val="FBAE40"/>
          </p15:clr>
        </p15:guide>
        <p15:guide id="10" pos="1872">
          <p15:clr>
            <a:srgbClr val="FBAE40"/>
          </p15:clr>
        </p15:guide>
        <p15:guide id="11" pos="1309">
          <p15:clr>
            <a:srgbClr val="FBAE40"/>
          </p15:clr>
        </p15:guide>
        <p15:guide id="12" pos="785">
          <p15:clr>
            <a:srgbClr val="FBAE40"/>
          </p15:clr>
        </p15:guide>
        <p15:guide id="14" orient="horz" pos="2574">
          <p15:clr>
            <a:srgbClr val="FBAE40"/>
          </p15:clr>
        </p15:guide>
        <p15:guide id="16" orient="horz" pos="666">
          <p15:clr>
            <a:srgbClr val="FBAE40"/>
          </p15:clr>
        </p15:guide>
        <p15:guide id="17" orient="horz" pos="1049">
          <p15:clr>
            <a:srgbClr val="FBAE40"/>
          </p15:clr>
        </p15:guide>
        <p15:guide id="18" orient="horz" pos="1811">
          <p15:clr>
            <a:srgbClr val="FBAE40"/>
          </p15:clr>
        </p15:guide>
        <p15:guide id="19" orient="horz" pos="2192">
          <p15:clr>
            <a:srgbClr val="FBAE4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F970319-A66B-3B4B-8183-5212F17773EA}"/>
              </a:ext>
            </a:extLst>
          </p:cNvPr>
          <p:cNvSpPr/>
          <p:nvPr userDrawn="1"/>
        </p:nvSpPr>
        <p:spPr>
          <a:xfrm>
            <a:off x="-1" y="4767266"/>
            <a:ext cx="9144001" cy="376236"/>
          </a:xfrm>
          <a:prstGeom prst="rect">
            <a:avLst/>
          </a:prstGeom>
          <a:gradFill flip="none" rotWithShape="1">
            <a:gsLst>
              <a:gs pos="0">
                <a:srgbClr val="EB7825"/>
              </a:gs>
              <a:gs pos="100000">
                <a:srgbClr val="B8352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53" name="Picture 52" descr="A close up of a logo&#10;&#10;Description automatically generated">
            <a:extLst>
              <a:ext uri="{FF2B5EF4-FFF2-40B4-BE49-F238E27FC236}">
                <a16:creationId xmlns:a16="http://schemas.microsoft.com/office/drawing/2014/main" id="{8236EAB2-5857-8F4A-A9EA-CEF28DADC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5637" y="4868822"/>
            <a:ext cx="658490" cy="173124"/>
          </a:xfrm>
          <a:prstGeom prst="rect">
            <a:avLst/>
          </a:prstGeom>
        </p:spPr>
      </p:pic>
      <p:sp>
        <p:nvSpPr>
          <p:cNvPr id="54" name="Text Placeholder 18">
            <a:extLst>
              <a:ext uri="{FF2B5EF4-FFF2-40B4-BE49-F238E27FC236}">
                <a16:creationId xmlns:a16="http://schemas.microsoft.com/office/drawing/2014/main" id="{D9D63F3E-FCE8-C44C-A458-5366540B60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801" y="420220"/>
            <a:ext cx="5807364" cy="27384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000" b="1" i="0">
                <a:solidFill>
                  <a:srgbClr val="00427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4" indent="0">
              <a:buNone/>
              <a:defRPr sz="3636">
                <a:solidFill>
                  <a:srgbClr val="00427F"/>
                </a:solidFill>
                <a:latin typeface="+mn-lt"/>
              </a:defRPr>
            </a:lvl2pPr>
            <a:lvl3pPr marL="914410" indent="0">
              <a:buNone/>
              <a:defRPr sz="3636">
                <a:solidFill>
                  <a:srgbClr val="00427F"/>
                </a:solidFill>
                <a:latin typeface="+mn-lt"/>
              </a:defRPr>
            </a:lvl3pPr>
            <a:lvl4pPr marL="1371615" indent="0">
              <a:buNone/>
              <a:defRPr sz="3636">
                <a:solidFill>
                  <a:srgbClr val="00427F"/>
                </a:solidFill>
                <a:latin typeface="+mn-lt"/>
              </a:defRPr>
            </a:lvl4pPr>
            <a:lvl5pPr marL="1828821" indent="0">
              <a:buNone/>
              <a:defRPr sz="3636">
                <a:solidFill>
                  <a:srgbClr val="00427F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6" name="Text Placeholder 40">
            <a:extLst>
              <a:ext uri="{FF2B5EF4-FFF2-40B4-BE49-F238E27FC236}">
                <a16:creationId xmlns:a16="http://schemas.microsoft.com/office/drawing/2014/main" id="{4B233CE7-2BA3-EA45-B7F8-2AF218834E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053" y="2116603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57" name="Text Placeholder 40">
            <a:extLst>
              <a:ext uri="{FF2B5EF4-FFF2-40B4-BE49-F238E27FC236}">
                <a16:creationId xmlns:a16="http://schemas.microsoft.com/office/drawing/2014/main" id="{303B680D-606D-DE40-9527-8076AA04FB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053" y="1973963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8" name="Picture Placeholder 112">
            <a:extLst>
              <a:ext uri="{FF2B5EF4-FFF2-40B4-BE49-F238E27FC236}">
                <a16:creationId xmlns:a16="http://schemas.microsoft.com/office/drawing/2014/main" id="{93E37C89-9609-024A-A0F7-65857054DE09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425053" y="1067610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59" name="Text Placeholder 40">
            <a:extLst>
              <a:ext uri="{FF2B5EF4-FFF2-40B4-BE49-F238E27FC236}">
                <a16:creationId xmlns:a16="http://schemas.microsoft.com/office/drawing/2014/main" id="{F24AA100-071F-C345-B572-55A30D14A7B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485208" y="1973963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0" name="Picture Placeholder 112">
            <a:extLst>
              <a:ext uri="{FF2B5EF4-FFF2-40B4-BE49-F238E27FC236}">
                <a16:creationId xmlns:a16="http://schemas.microsoft.com/office/drawing/2014/main" id="{5D40B923-32C5-0143-9EB1-0003D14F7F7A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1486515" y="1067610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61" name="Text Placeholder 40">
            <a:extLst>
              <a:ext uri="{FF2B5EF4-FFF2-40B4-BE49-F238E27FC236}">
                <a16:creationId xmlns:a16="http://schemas.microsoft.com/office/drawing/2014/main" id="{498C4774-B75B-B04D-83C5-BDDBC5E52B3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545363" y="1973963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2" name="Picture Placeholder 112">
            <a:extLst>
              <a:ext uri="{FF2B5EF4-FFF2-40B4-BE49-F238E27FC236}">
                <a16:creationId xmlns:a16="http://schemas.microsoft.com/office/drawing/2014/main" id="{0E426DA9-8A48-1048-B94C-7E912B15B0DB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2547976" y="1067610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63" name="Text Placeholder 40">
            <a:extLst>
              <a:ext uri="{FF2B5EF4-FFF2-40B4-BE49-F238E27FC236}">
                <a16:creationId xmlns:a16="http://schemas.microsoft.com/office/drawing/2014/main" id="{2B9600BF-A75E-EC46-BC12-4BE9782119F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605518" y="1973963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4" name="Picture Placeholder 112">
            <a:extLst>
              <a:ext uri="{FF2B5EF4-FFF2-40B4-BE49-F238E27FC236}">
                <a16:creationId xmlns:a16="http://schemas.microsoft.com/office/drawing/2014/main" id="{3ECE4DF9-A4B0-7748-866D-51C95DC5AF75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3609438" y="1067610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65" name="Text Placeholder 40">
            <a:extLst>
              <a:ext uri="{FF2B5EF4-FFF2-40B4-BE49-F238E27FC236}">
                <a16:creationId xmlns:a16="http://schemas.microsoft.com/office/drawing/2014/main" id="{F2F52E1E-DCCF-BF4F-A30B-372CDB064E42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665673" y="1973963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Picture Placeholder 112">
            <a:extLst>
              <a:ext uri="{FF2B5EF4-FFF2-40B4-BE49-F238E27FC236}">
                <a16:creationId xmlns:a16="http://schemas.microsoft.com/office/drawing/2014/main" id="{F7ACDA29-F5F4-B04F-8A30-0C29790A3048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4670899" y="1067610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67" name="Text Placeholder 40">
            <a:extLst>
              <a:ext uri="{FF2B5EF4-FFF2-40B4-BE49-F238E27FC236}">
                <a16:creationId xmlns:a16="http://schemas.microsoft.com/office/drawing/2014/main" id="{F3DD0EAE-42E2-4C49-9DF2-2B8925FF61A0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5725828" y="1973963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1653B242-66A5-FB4C-881E-6509FDAF2E57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5732361" y="1067610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69" name="Text Placeholder 40">
            <a:extLst>
              <a:ext uri="{FF2B5EF4-FFF2-40B4-BE49-F238E27FC236}">
                <a16:creationId xmlns:a16="http://schemas.microsoft.com/office/drawing/2014/main" id="{9849B058-39C7-5848-9F1F-81F55396936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6785983" y="1973963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0" name="Picture Placeholder 112">
            <a:extLst>
              <a:ext uri="{FF2B5EF4-FFF2-40B4-BE49-F238E27FC236}">
                <a16:creationId xmlns:a16="http://schemas.microsoft.com/office/drawing/2014/main" id="{4FFC3505-C8BD-5744-934C-D5466D4F6B51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6793822" y="1067610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85" name="Text Placeholder 40">
            <a:extLst>
              <a:ext uri="{FF2B5EF4-FFF2-40B4-BE49-F238E27FC236}">
                <a16:creationId xmlns:a16="http://schemas.microsoft.com/office/drawing/2014/main" id="{EDE64BEA-213D-054C-A4CE-ED23E3533ABD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485390" y="2116603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86" name="Text Placeholder 40">
            <a:extLst>
              <a:ext uri="{FF2B5EF4-FFF2-40B4-BE49-F238E27FC236}">
                <a16:creationId xmlns:a16="http://schemas.microsoft.com/office/drawing/2014/main" id="{7C0DD844-732F-6D4E-AFC1-5F7DF0F20FC1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2545726" y="2116603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87" name="Text Placeholder 40">
            <a:extLst>
              <a:ext uri="{FF2B5EF4-FFF2-40B4-BE49-F238E27FC236}">
                <a16:creationId xmlns:a16="http://schemas.microsoft.com/office/drawing/2014/main" id="{BE00C214-CB80-364B-83FC-94F2D9FD0985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3606063" y="2116603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88" name="Text Placeholder 40">
            <a:extLst>
              <a:ext uri="{FF2B5EF4-FFF2-40B4-BE49-F238E27FC236}">
                <a16:creationId xmlns:a16="http://schemas.microsoft.com/office/drawing/2014/main" id="{9F4FF280-E8F2-234A-87BA-7AD1671A2BFB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4666399" y="2116603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89" name="Text Placeholder 40">
            <a:extLst>
              <a:ext uri="{FF2B5EF4-FFF2-40B4-BE49-F238E27FC236}">
                <a16:creationId xmlns:a16="http://schemas.microsoft.com/office/drawing/2014/main" id="{8063353F-6816-7245-A6B9-42655374BA5F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5726736" y="2116603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90" name="Text Placeholder 40">
            <a:extLst>
              <a:ext uri="{FF2B5EF4-FFF2-40B4-BE49-F238E27FC236}">
                <a16:creationId xmlns:a16="http://schemas.microsoft.com/office/drawing/2014/main" id="{4A90EA37-B5B2-504E-8C87-57071BDA3DF6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787072" y="2116603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98" name="Text Placeholder 40">
            <a:extLst>
              <a:ext uri="{FF2B5EF4-FFF2-40B4-BE49-F238E27FC236}">
                <a16:creationId xmlns:a16="http://schemas.microsoft.com/office/drawing/2014/main" id="{EA543649-4A2E-DA40-A8C1-3B2CDB0E089F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7846138" y="1973963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99" name="Picture Placeholder 112">
            <a:extLst>
              <a:ext uri="{FF2B5EF4-FFF2-40B4-BE49-F238E27FC236}">
                <a16:creationId xmlns:a16="http://schemas.microsoft.com/office/drawing/2014/main" id="{9CD6D956-34DD-7F44-ABE1-B073B97EAE28}"/>
              </a:ext>
            </a:extLst>
          </p:cNvPr>
          <p:cNvSpPr>
            <a:spLocks noGrp="1"/>
          </p:cNvSpPr>
          <p:nvPr>
            <p:ph type="pic" sz="quarter" idx="117" hasCustomPrompt="1"/>
          </p:nvPr>
        </p:nvSpPr>
        <p:spPr>
          <a:xfrm>
            <a:off x="7855282" y="1067610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0" name="Text Placeholder 40">
            <a:extLst>
              <a:ext uri="{FF2B5EF4-FFF2-40B4-BE49-F238E27FC236}">
                <a16:creationId xmlns:a16="http://schemas.microsoft.com/office/drawing/2014/main" id="{7AD5B4A5-6E56-F542-B87E-F47885099FAE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7847409" y="2116603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42" name="Text Placeholder 40">
            <a:extLst>
              <a:ext uri="{FF2B5EF4-FFF2-40B4-BE49-F238E27FC236}">
                <a16:creationId xmlns:a16="http://schemas.microsoft.com/office/drawing/2014/main" id="{38E63817-FFE4-E84A-A05F-B7465F3215C0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425053" y="3927115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45" name="Text Placeholder 40">
            <a:extLst>
              <a:ext uri="{FF2B5EF4-FFF2-40B4-BE49-F238E27FC236}">
                <a16:creationId xmlns:a16="http://schemas.microsoft.com/office/drawing/2014/main" id="{7D760BAA-8B58-FB4A-A95A-41F1C714D7B8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425053" y="3784475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8" name="Picture Placeholder 112">
            <a:extLst>
              <a:ext uri="{FF2B5EF4-FFF2-40B4-BE49-F238E27FC236}">
                <a16:creationId xmlns:a16="http://schemas.microsoft.com/office/drawing/2014/main" id="{2F28D37F-886D-6947-B6C4-7B0F467A7F59}"/>
              </a:ext>
            </a:extLst>
          </p:cNvPr>
          <p:cNvSpPr>
            <a:spLocks noGrp="1"/>
          </p:cNvSpPr>
          <p:nvPr>
            <p:ph type="pic" sz="quarter" idx="121" hasCustomPrompt="1"/>
          </p:nvPr>
        </p:nvSpPr>
        <p:spPr>
          <a:xfrm>
            <a:off x="425053" y="2878122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51" name="Text Placeholder 40">
            <a:extLst>
              <a:ext uri="{FF2B5EF4-FFF2-40B4-BE49-F238E27FC236}">
                <a16:creationId xmlns:a16="http://schemas.microsoft.com/office/drawing/2014/main" id="{59378EB8-EC28-8B42-82BF-5D4A8361EE00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1485208" y="3784475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4" name="Picture Placeholder 112">
            <a:extLst>
              <a:ext uri="{FF2B5EF4-FFF2-40B4-BE49-F238E27FC236}">
                <a16:creationId xmlns:a16="http://schemas.microsoft.com/office/drawing/2014/main" id="{810B9D08-FB24-E147-9A75-D8018DB2E5F0}"/>
              </a:ext>
            </a:extLst>
          </p:cNvPr>
          <p:cNvSpPr>
            <a:spLocks noGrp="1"/>
          </p:cNvSpPr>
          <p:nvPr>
            <p:ph type="pic" sz="quarter" idx="123" hasCustomPrompt="1"/>
          </p:nvPr>
        </p:nvSpPr>
        <p:spPr>
          <a:xfrm>
            <a:off x="1486515" y="2878122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71" name="Text Placeholder 40">
            <a:extLst>
              <a:ext uri="{FF2B5EF4-FFF2-40B4-BE49-F238E27FC236}">
                <a16:creationId xmlns:a16="http://schemas.microsoft.com/office/drawing/2014/main" id="{DFB1D791-22B6-9440-8173-1377DEDCA5C2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2545363" y="3784475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2" name="Picture Placeholder 112">
            <a:extLst>
              <a:ext uri="{FF2B5EF4-FFF2-40B4-BE49-F238E27FC236}">
                <a16:creationId xmlns:a16="http://schemas.microsoft.com/office/drawing/2014/main" id="{11505AEF-12AE-BD49-A9F0-05EDE439E0F8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2547976" y="2878122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74" name="Text Placeholder 40">
            <a:extLst>
              <a:ext uri="{FF2B5EF4-FFF2-40B4-BE49-F238E27FC236}">
                <a16:creationId xmlns:a16="http://schemas.microsoft.com/office/drawing/2014/main" id="{85788104-B54D-D343-9100-A09E658BE4B6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3605518" y="3784475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5" name="Picture Placeholder 112">
            <a:extLst>
              <a:ext uri="{FF2B5EF4-FFF2-40B4-BE49-F238E27FC236}">
                <a16:creationId xmlns:a16="http://schemas.microsoft.com/office/drawing/2014/main" id="{76F3DFA2-C4BB-1E48-B81C-565EE2F069EA}"/>
              </a:ext>
            </a:extLst>
          </p:cNvPr>
          <p:cNvSpPr>
            <a:spLocks noGrp="1"/>
          </p:cNvSpPr>
          <p:nvPr>
            <p:ph type="pic" sz="quarter" idx="127" hasCustomPrompt="1"/>
          </p:nvPr>
        </p:nvSpPr>
        <p:spPr>
          <a:xfrm>
            <a:off x="3609438" y="2878122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76" name="Text Placeholder 40">
            <a:extLst>
              <a:ext uri="{FF2B5EF4-FFF2-40B4-BE49-F238E27FC236}">
                <a16:creationId xmlns:a16="http://schemas.microsoft.com/office/drawing/2014/main" id="{8E7BF536-5BC9-314F-85B6-8780AFF58C24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665673" y="3784475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7" name="Picture Placeholder 112">
            <a:extLst>
              <a:ext uri="{FF2B5EF4-FFF2-40B4-BE49-F238E27FC236}">
                <a16:creationId xmlns:a16="http://schemas.microsoft.com/office/drawing/2014/main" id="{5E5AF2ED-C223-1D4B-9502-6D4183426D7B}"/>
              </a:ext>
            </a:extLst>
          </p:cNvPr>
          <p:cNvSpPr>
            <a:spLocks noGrp="1"/>
          </p:cNvSpPr>
          <p:nvPr>
            <p:ph type="pic" sz="quarter" idx="129" hasCustomPrompt="1"/>
          </p:nvPr>
        </p:nvSpPr>
        <p:spPr>
          <a:xfrm>
            <a:off x="4670899" y="2878122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78" name="Text Placeholder 40">
            <a:extLst>
              <a:ext uri="{FF2B5EF4-FFF2-40B4-BE49-F238E27FC236}">
                <a16:creationId xmlns:a16="http://schemas.microsoft.com/office/drawing/2014/main" id="{57198BFF-4056-5B49-A7CF-2FC9F6048157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5725828" y="3784475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9" name="Picture Placeholder 112">
            <a:extLst>
              <a:ext uri="{FF2B5EF4-FFF2-40B4-BE49-F238E27FC236}">
                <a16:creationId xmlns:a16="http://schemas.microsoft.com/office/drawing/2014/main" id="{DC23C41F-3DE2-1545-A559-0287E049B0B9}"/>
              </a:ext>
            </a:extLst>
          </p:cNvPr>
          <p:cNvSpPr>
            <a:spLocks noGrp="1"/>
          </p:cNvSpPr>
          <p:nvPr>
            <p:ph type="pic" sz="quarter" idx="131" hasCustomPrompt="1"/>
          </p:nvPr>
        </p:nvSpPr>
        <p:spPr>
          <a:xfrm>
            <a:off x="5732361" y="2878122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80" name="Text Placeholder 40">
            <a:extLst>
              <a:ext uri="{FF2B5EF4-FFF2-40B4-BE49-F238E27FC236}">
                <a16:creationId xmlns:a16="http://schemas.microsoft.com/office/drawing/2014/main" id="{9633209E-032A-6545-9DCA-6A42DDF13FA1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6785983" y="3784475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1" name="Picture Placeholder 112">
            <a:extLst>
              <a:ext uri="{FF2B5EF4-FFF2-40B4-BE49-F238E27FC236}">
                <a16:creationId xmlns:a16="http://schemas.microsoft.com/office/drawing/2014/main" id="{F0350525-4319-9746-9D03-33649B5E1067}"/>
              </a:ext>
            </a:extLst>
          </p:cNvPr>
          <p:cNvSpPr>
            <a:spLocks noGrp="1"/>
          </p:cNvSpPr>
          <p:nvPr>
            <p:ph type="pic" sz="quarter" idx="133" hasCustomPrompt="1"/>
          </p:nvPr>
        </p:nvSpPr>
        <p:spPr>
          <a:xfrm>
            <a:off x="6793822" y="2878122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82" name="Text Placeholder 40">
            <a:extLst>
              <a:ext uri="{FF2B5EF4-FFF2-40B4-BE49-F238E27FC236}">
                <a16:creationId xmlns:a16="http://schemas.microsoft.com/office/drawing/2014/main" id="{5088D2A6-5D2A-B544-AFBD-9365FB3CB8A5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1485390" y="3927115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83" name="Text Placeholder 40">
            <a:extLst>
              <a:ext uri="{FF2B5EF4-FFF2-40B4-BE49-F238E27FC236}">
                <a16:creationId xmlns:a16="http://schemas.microsoft.com/office/drawing/2014/main" id="{87412121-6165-594A-96E1-888CA9C26029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2545726" y="3927115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84" name="Text Placeholder 40">
            <a:extLst>
              <a:ext uri="{FF2B5EF4-FFF2-40B4-BE49-F238E27FC236}">
                <a16:creationId xmlns:a16="http://schemas.microsoft.com/office/drawing/2014/main" id="{C5E15109-A745-9A4B-888C-96D59ED42D3E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3606063" y="3927115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85" name="Text Placeholder 40">
            <a:extLst>
              <a:ext uri="{FF2B5EF4-FFF2-40B4-BE49-F238E27FC236}">
                <a16:creationId xmlns:a16="http://schemas.microsoft.com/office/drawing/2014/main" id="{2DCB9DAB-4B12-7E43-B71A-75BFF639ED26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4666399" y="3927115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86" name="Text Placeholder 40">
            <a:extLst>
              <a:ext uri="{FF2B5EF4-FFF2-40B4-BE49-F238E27FC236}">
                <a16:creationId xmlns:a16="http://schemas.microsoft.com/office/drawing/2014/main" id="{CF4C9C27-9477-1245-BB28-89318D520F75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5726736" y="3927115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87" name="Text Placeholder 40">
            <a:extLst>
              <a:ext uri="{FF2B5EF4-FFF2-40B4-BE49-F238E27FC236}">
                <a16:creationId xmlns:a16="http://schemas.microsoft.com/office/drawing/2014/main" id="{3E6A4EEB-F371-2A49-9342-043069940E5E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6787072" y="3927115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88" name="Text Placeholder 40">
            <a:extLst>
              <a:ext uri="{FF2B5EF4-FFF2-40B4-BE49-F238E27FC236}">
                <a16:creationId xmlns:a16="http://schemas.microsoft.com/office/drawing/2014/main" id="{E4B2C731-F87D-3146-B8AC-A736F1C76DC5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7846138" y="3784475"/>
            <a:ext cx="871538" cy="133166"/>
          </a:xfrm>
        </p:spPr>
        <p:txBody>
          <a:bodyPr lIns="0" tIns="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b="1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9" name="Picture Placeholder 112">
            <a:extLst>
              <a:ext uri="{FF2B5EF4-FFF2-40B4-BE49-F238E27FC236}">
                <a16:creationId xmlns:a16="http://schemas.microsoft.com/office/drawing/2014/main" id="{0B901C9E-0C6A-134A-9F28-AFA3B7B07B8D}"/>
              </a:ext>
            </a:extLst>
          </p:cNvPr>
          <p:cNvSpPr>
            <a:spLocks noGrp="1"/>
          </p:cNvSpPr>
          <p:nvPr>
            <p:ph type="pic" sz="quarter" idx="141" hasCustomPrompt="1"/>
          </p:nvPr>
        </p:nvSpPr>
        <p:spPr>
          <a:xfrm>
            <a:off x="7855282" y="2878122"/>
            <a:ext cx="871538" cy="84011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788"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90" name="Text Placeholder 40">
            <a:extLst>
              <a:ext uri="{FF2B5EF4-FFF2-40B4-BE49-F238E27FC236}">
                <a16:creationId xmlns:a16="http://schemas.microsoft.com/office/drawing/2014/main" id="{2CF0CB00-6785-444A-8B27-46993AFD72AF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7847409" y="3927115"/>
            <a:ext cx="871538" cy="650312"/>
          </a:xfrm>
        </p:spPr>
        <p:txBody>
          <a:bodyPr lIns="0" tIns="91440" rIns="0" bIns="0">
            <a:normAutofit/>
          </a:bodyPr>
          <a:lstStyle>
            <a:lvl1pPr marL="0" indent="0" algn="l" defTabSz="342900" rtl="0" eaLnBrk="1" latinLnBrk="0" hangingPunct="1">
              <a:lnSpc>
                <a:spcPts val="900"/>
              </a:lnSpc>
              <a:spcBef>
                <a:spcPts val="0"/>
              </a:spcBef>
              <a:spcAft>
                <a:spcPts val="225"/>
              </a:spcAft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Role</a:t>
            </a:r>
            <a:br>
              <a:rPr lang="en-US" dirty="0"/>
            </a:br>
            <a:r>
              <a:rPr lang="en-US" dirty="0"/>
              <a:t>Location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F85BC1-37CC-7F49-922E-330B1060CB79}"/>
              </a:ext>
            </a:extLst>
          </p:cNvPr>
          <p:cNvSpPr>
            <a:spLocks noGrp="1"/>
          </p:cNvSpPr>
          <p:nvPr>
            <p:ph type="ftr" sz="quarter" idx="143"/>
          </p:nvPr>
        </p:nvSpPr>
        <p:spPr/>
        <p:txBody>
          <a:bodyPr/>
          <a:lstStyle/>
          <a:p>
            <a:r>
              <a:rPr lang="en-US" dirty="0"/>
              <a:t>Amgen Proprietary—Internal Use Only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3CA69-5875-D148-8E68-44B266614438}"/>
              </a:ext>
            </a:extLst>
          </p:cNvPr>
          <p:cNvSpPr>
            <a:spLocks noGrp="1"/>
          </p:cNvSpPr>
          <p:nvPr>
            <p:ph type="sldNum" sz="quarter" idx="144"/>
          </p:nvPr>
        </p:nvSpPr>
        <p:spPr/>
        <p:txBody>
          <a:bodyPr/>
          <a:lstStyle/>
          <a:p>
            <a:fld id="{E1E0BF17-A182-4E06-BD23-4928AAA22A3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2" name="Picture 71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8C61BCF9-DC19-8D42-A617-FEB1EC16368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858" y="186278"/>
            <a:ext cx="113664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75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9">
          <p15:clr>
            <a:srgbClr val="FBAE40"/>
          </p15:clr>
        </p15:guide>
        <p15:guide id="2" pos="262">
          <p15:clr>
            <a:srgbClr val="FBAE40"/>
          </p15:clr>
        </p15:guide>
        <p15:guide id="3" pos="5498">
          <p15:clr>
            <a:srgbClr val="FBAE40"/>
          </p15:clr>
        </p15:guide>
        <p15:guide id="4" pos="4976">
          <p15:clr>
            <a:srgbClr val="FBAE40"/>
          </p15:clr>
        </p15:guide>
        <p15:guide id="5" pos="4451">
          <p15:clr>
            <a:srgbClr val="FBAE40"/>
          </p15:clr>
        </p15:guide>
        <p15:guide id="6" pos="3927">
          <p15:clr>
            <a:srgbClr val="FBAE40"/>
          </p15:clr>
        </p15:guide>
        <p15:guide id="7" pos="3404">
          <p15:clr>
            <a:srgbClr val="FBAE40"/>
          </p15:clr>
        </p15:guide>
        <p15:guide id="8" pos="2880">
          <p15:clr>
            <a:srgbClr val="FBAE40"/>
          </p15:clr>
        </p15:guide>
        <p15:guide id="9" pos="2357">
          <p15:clr>
            <a:srgbClr val="FBAE40"/>
          </p15:clr>
        </p15:guide>
        <p15:guide id="10" pos="1872">
          <p15:clr>
            <a:srgbClr val="FBAE40"/>
          </p15:clr>
        </p15:guide>
        <p15:guide id="11" pos="1309">
          <p15:clr>
            <a:srgbClr val="FBAE40"/>
          </p15:clr>
        </p15:guide>
        <p15:guide id="12" pos="785">
          <p15:clr>
            <a:srgbClr val="FBAE40"/>
          </p15:clr>
        </p15:guide>
        <p15:guide id="13" orient="horz" pos="286">
          <p15:clr>
            <a:srgbClr val="FBAE40"/>
          </p15:clr>
        </p15:guide>
        <p15:guide id="14" orient="horz" pos="2573">
          <p15:clr>
            <a:srgbClr val="FBAE40"/>
          </p15:clr>
        </p15:guide>
        <p15:guide id="16" orient="horz" pos="667">
          <p15:clr>
            <a:srgbClr val="FBAE40"/>
          </p15:clr>
        </p15:guide>
        <p15:guide id="17" orient="horz" pos="1049">
          <p15:clr>
            <a:srgbClr val="FBAE40"/>
          </p15:clr>
        </p15:guide>
        <p15:guide id="18" orient="horz" pos="1811">
          <p15:clr>
            <a:srgbClr val="FBAE40"/>
          </p15:clr>
        </p15:guide>
        <p15:guide id="19" orient="horz" pos="2192">
          <p15:clr>
            <a:srgbClr val="FBAE40"/>
          </p15:clr>
        </p15:guide>
        <p15:guide id="20" orient="horz" pos="2954">
          <p15:clr>
            <a:srgbClr val="FBAE40"/>
          </p15:clr>
        </p15:guide>
      </p15:sldGuideLst>
    </p:ext>
  </p:extLs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E3F077A-A7B4-AB40-B97B-FAFD479BFCBB}"/>
              </a:ext>
            </a:extLst>
          </p:cNvPr>
          <p:cNvSpPr/>
          <p:nvPr userDrawn="1"/>
        </p:nvSpPr>
        <p:spPr>
          <a:xfrm>
            <a:off x="-1" y="4767266"/>
            <a:ext cx="9144001" cy="376236"/>
          </a:xfrm>
          <a:prstGeom prst="rect">
            <a:avLst/>
          </a:prstGeom>
          <a:gradFill flip="none" rotWithShape="1">
            <a:gsLst>
              <a:gs pos="0">
                <a:srgbClr val="EB7825"/>
              </a:gs>
              <a:gs pos="100000">
                <a:srgbClr val="B8352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38" name="Picture 37" descr="A close up of a logo&#10;&#10;Description automatically generated">
            <a:extLst>
              <a:ext uri="{FF2B5EF4-FFF2-40B4-BE49-F238E27FC236}">
                <a16:creationId xmlns:a16="http://schemas.microsoft.com/office/drawing/2014/main" id="{4B96B16A-CF2E-A541-9AAD-C109F95633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5637" y="4868822"/>
            <a:ext cx="658490" cy="17312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AB35D-2B4D-D249-8ACE-08A09ADF0E9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 dirty="0"/>
              <a:t>Amgen Proprietary—Internal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D2989-C78A-384B-998E-C4881AD8164F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E1E0BF17-A182-4E06-BD23-4928AAA22A3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5" name="Text Placeholder 19">
            <a:extLst>
              <a:ext uri="{FF2B5EF4-FFF2-40B4-BE49-F238E27FC236}">
                <a16:creationId xmlns:a16="http://schemas.microsoft.com/office/drawing/2014/main" id="{6D0B7160-25E3-604A-9FE8-CC326F4249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82433" y="761080"/>
            <a:ext cx="6631030" cy="29738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25" b="1">
                <a:solidFill>
                  <a:srgbClr val="00427F"/>
                </a:solidFill>
              </a:defRPr>
            </a:lvl1pPr>
          </a:lstStyle>
          <a:p>
            <a:pPr lvl="0"/>
            <a:r>
              <a:rPr lang="en-US" dirty="0"/>
              <a:t>Full name</a:t>
            </a:r>
          </a:p>
        </p:txBody>
      </p:sp>
      <p:sp>
        <p:nvSpPr>
          <p:cNvPr id="76" name="Text Placeholder 26">
            <a:extLst>
              <a:ext uri="{FF2B5EF4-FFF2-40B4-BE49-F238E27FC236}">
                <a16:creationId xmlns:a16="http://schemas.microsoft.com/office/drawing/2014/main" id="{1EFD4CB8-E48A-D746-917A-5C8A9C75C3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5638" y="212684"/>
            <a:ext cx="3325091" cy="232682"/>
          </a:xfrm>
          <a:noFill/>
        </p:spPr>
        <p:txBody>
          <a:bodyPr lIns="0" tIns="0" rIns="0" bIns="0">
            <a:noAutofit/>
          </a:bodyPr>
          <a:lstStyle>
            <a:lvl1pPr marL="0" indent="0" algn="l" defTabSz="415641" rtl="0" eaLnBrk="1" latinLnBrk="0" hangingPunct="1">
              <a:buNone/>
              <a:defRPr lang="en-US" sz="1050" b="1" kern="1200" dirty="0">
                <a:solidFill>
                  <a:srgbClr val="EB7825"/>
                </a:solidFill>
                <a:latin typeface="+mn-lt"/>
                <a:ea typeface="+mn-ea"/>
                <a:cs typeface="+mn-cs"/>
              </a:defRPr>
            </a:lvl1pPr>
            <a:lvl2pPr marL="457204" indent="0">
              <a:buNone/>
              <a:defRPr sz="1091"/>
            </a:lvl2pPr>
            <a:lvl3pPr marL="914410" indent="0">
              <a:buNone/>
              <a:defRPr sz="1091"/>
            </a:lvl3pPr>
            <a:lvl4pPr marL="1371615" indent="0">
              <a:buNone/>
              <a:defRPr sz="1091"/>
            </a:lvl4pPr>
            <a:lvl5pPr marL="1828821" indent="0">
              <a:buNone/>
              <a:defRPr sz="1091"/>
            </a:lvl5pPr>
          </a:lstStyle>
          <a:p>
            <a:pPr lvl="0"/>
            <a:r>
              <a:rPr lang="en-US" dirty="0"/>
              <a:t>LOCATION INFORMATION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D723936-CBC7-834C-9E2D-4C3BC74C78D2}"/>
              </a:ext>
            </a:extLst>
          </p:cNvPr>
          <p:cNvSpPr txBox="1"/>
          <p:nvPr userDrawn="1"/>
        </p:nvSpPr>
        <p:spPr>
          <a:xfrm>
            <a:off x="7068135" y="1084734"/>
            <a:ext cx="148699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rgbClr val="EB7825"/>
                </a:solidFill>
              </a:rPr>
              <a:t>ACADEMIC INTERESTS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0DB57D-5BF6-4446-A9A4-6B94D06AC600}"/>
              </a:ext>
            </a:extLst>
          </p:cNvPr>
          <p:cNvSpPr txBox="1"/>
          <p:nvPr userDrawn="1"/>
        </p:nvSpPr>
        <p:spPr>
          <a:xfrm>
            <a:off x="2082433" y="1084734"/>
            <a:ext cx="45817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rgbClr val="EB7825"/>
                </a:solidFill>
              </a:rPr>
              <a:t>WORK EXPERIENCE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A8BDC7A-42DE-6741-AE16-E29CEA3991EF}"/>
              </a:ext>
            </a:extLst>
          </p:cNvPr>
          <p:cNvSpPr txBox="1"/>
          <p:nvPr userDrawn="1"/>
        </p:nvSpPr>
        <p:spPr>
          <a:xfrm>
            <a:off x="7065823" y="2314699"/>
            <a:ext cx="148699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rgbClr val="EB7825"/>
                </a:solidFill>
              </a:rPr>
              <a:t>OUTSIDE INTERESTS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592201E-7366-DF4A-B685-A3E71FFBA1E6}"/>
              </a:ext>
            </a:extLst>
          </p:cNvPr>
          <p:cNvSpPr txBox="1"/>
          <p:nvPr userDrawn="1"/>
        </p:nvSpPr>
        <p:spPr>
          <a:xfrm>
            <a:off x="7076617" y="3535459"/>
            <a:ext cx="148699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rgbClr val="EB7825"/>
                </a:solidFill>
              </a:rPr>
              <a:t>FIVE YEAR GOAL</a:t>
            </a:r>
          </a:p>
        </p:txBody>
      </p:sp>
      <p:sp>
        <p:nvSpPr>
          <p:cNvPr id="81" name="Text Placeholder 22">
            <a:extLst>
              <a:ext uri="{FF2B5EF4-FFF2-40B4-BE49-F238E27FC236}">
                <a16:creationId xmlns:a16="http://schemas.microsoft.com/office/drawing/2014/main" id="{3D6639F2-0A4E-DB41-B093-D4FC5DC1762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82433" y="1235166"/>
            <a:ext cx="4139299" cy="345506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274"/>
              </a:lnSpc>
              <a:spcBef>
                <a:spcPts val="0"/>
              </a:spcBef>
              <a:spcAft>
                <a:spcPts val="0"/>
              </a:spcAft>
              <a:buNone/>
              <a:defRPr sz="75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buNone/>
              <a:defRPr sz="909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10" indent="0">
              <a:buNone/>
              <a:defRPr sz="909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15" indent="0">
              <a:buNone/>
              <a:defRPr sz="909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828821" indent="0">
              <a:buNone/>
              <a:defRPr sz="909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Work experience info</a:t>
            </a:r>
          </a:p>
        </p:txBody>
      </p:sp>
      <p:sp>
        <p:nvSpPr>
          <p:cNvPr id="82" name="Text Placeholder 22">
            <a:extLst>
              <a:ext uri="{FF2B5EF4-FFF2-40B4-BE49-F238E27FC236}">
                <a16:creationId xmlns:a16="http://schemas.microsoft.com/office/drawing/2014/main" id="{75B202F9-BFF6-FD40-AF09-3C08E53FD4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1652" y="3703869"/>
            <a:ext cx="1656713" cy="98543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274"/>
              </a:lnSpc>
              <a:spcBef>
                <a:spcPts val="0"/>
              </a:spcBef>
              <a:spcAft>
                <a:spcPts val="909"/>
              </a:spcAft>
              <a:buNone/>
              <a:defRPr sz="75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4" indent="0">
              <a:buNone/>
              <a:defRPr sz="109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10" indent="0">
              <a:buNone/>
              <a:defRPr sz="109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15" indent="0">
              <a:buNone/>
              <a:defRPr sz="109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21" indent="0">
              <a:buNone/>
              <a:defRPr sz="109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Five year goal</a:t>
            </a:r>
          </a:p>
        </p:txBody>
      </p:sp>
      <p:sp>
        <p:nvSpPr>
          <p:cNvPr id="83" name="Text Placeholder 22">
            <a:extLst>
              <a:ext uri="{FF2B5EF4-FFF2-40B4-BE49-F238E27FC236}">
                <a16:creationId xmlns:a16="http://schemas.microsoft.com/office/drawing/2014/main" id="{DE4D1CEE-814D-5444-9C6F-D227A28F73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71652" y="2485994"/>
            <a:ext cx="1656713" cy="98543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274"/>
              </a:lnSpc>
              <a:spcBef>
                <a:spcPts val="0"/>
              </a:spcBef>
              <a:spcAft>
                <a:spcPts val="909"/>
              </a:spcAft>
              <a:buNone/>
              <a:defRPr sz="75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4" indent="0">
              <a:buNone/>
              <a:defRPr sz="109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10" indent="0">
              <a:buNone/>
              <a:defRPr sz="109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15" indent="0">
              <a:buNone/>
              <a:defRPr sz="109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21" indent="0">
              <a:buNone/>
              <a:defRPr sz="109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Outside interests</a:t>
            </a:r>
          </a:p>
        </p:txBody>
      </p:sp>
      <p:sp>
        <p:nvSpPr>
          <p:cNvPr id="84" name="Text Placeholder 22">
            <a:extLst>
              <a:ext uri="{FF2B5EF4-FFF2-40B4-BE49-F238E27FC236}">
                <a16:creationId xmlns:a16="http://schemas.microsoft.com/office/drawing/2014/main" id="{7A8011CC-185C-A945-A430-6CF14C1DA98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71652" y="1253966"/>
            <a:ext cx="1656713" cy="98543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274"/>
              </a:lnSpc>
              <a:spcBef>
                <a:spcPts val="0"/>
              </a:spcBef>
              <a:spcAft>
                <a:spcPts val="909"/>
              </a:spcAft>
              <a:buNone/>
              <a:defRPr sz="75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4" indent="0">
              <a:buNone/>
              <a:defRPr sz="109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10" indent="0">
              <a:buNone/>
              <a:defRPr sz="109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15" indent="0">
              <a:buNone/>
              <a:defRPr sz="109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21" indent="0">
              <a:buNone/>
              <a:defRPr sz="109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Academic interests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3225DE43-21D9-314B-A45C-C32085AB5F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01824" y="1066203"/>
            <a:ext cx="477884" cy="58177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A6CD248C-7996-EE4E-B2BE-3A0DD4AFEA8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5334" y="2331481"/>
            <a:ext cx="410865" cy="517898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D1296057-4DCF-E743-97F9-D798D779BDB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05987" y="3512946"/>
            <a:ext cx="469560" cy="438487"/>
          </a:xfrm>
          <a:prstGeom prst="rect">
            <a:avLst/>
          </a:prstGeom>
        </p:spPr>
      </p:pic>
      <p:sp>
        <p:nvSpPr>
          <p:cNvPr id="88" name="Picture Placeholder 3">
            <a:extLst>
              <a:ext uri="{FF2B5EF4-FFF2-40B4-BE49-F238E27FC236}">
                <a16:creationId xmlns:a16="http://schemas.microsoft.com/office/drawing/2014/main" id="{232AA299-FBF2-D84B-A7C1-7B49CCE8FBCF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15528" y="743989"/>
            <a:ext cx="1547150" cy="154715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9" name="Text Placeholder 24">
            <a:extLst>
              <a:ext uri="{FF2B5EF4-FFF2-40B4-BE49-F238E27FC236}">
                <a16:creationId xmlns:a16="http://schemas.microsoft.com/office/drawing/2014/main" id="{53A694C0-DB83-A641-B9BF-85B51165781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8262" y="2523764"/>
            <a:ext cx="1543638" cy="15662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75438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Preferred Name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A2FDC59-7070-FB4B-B712-E07374C430DA}"/>
              </a:ext>
            </a:extLst>
          </p:cNvPr>
          <p:cNvSpPr txBox="1"/>
          <p:nvPr userDrawn="1"/>
        </p:nvSpPr>
        <p:spPr>
          <a:xfrm>
            <a:off x="418263" y="2369697"/>
            <a:ext cx="154715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b="1" dirty="0">
                <a:solidFill>
                  <a:schemeClr val="tx1"/>
                </a:solidFill>
              </a:rPr>
              <a:t>PREFERRED NAME: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C4FA8E4-80EF-A946-9E6C-BD3263BFB0A2}"/>
              </a:ext>
            </a:extLst>
          </p:cNvPr>
          <p:cNvSpPr txBox="1"/>
          <p:nvPr userDrawn="1"/>
        </p:nvSpPr>
        <p:spPr>
          <a:xfrm>
            <a:off x="418263" y="2695959"/>
            <a:ext cx="154715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b="1" dirty="0">
                <a:solidFill>
                  <a:schemeClr val="tx1"/>
                </a:solidFill>
              </a:rPr>
              <a:t>HOMETOWN:</a:t>
            </a:r>
          </a:p>
        </p:txBody>
      </p:sp>
      <p:sp>
        <p:nvSpPr>
          <p:cNvPr id="92" name="Text Placeholder 24">
            <a:extLst>
              <a:ext uri="{FF2B5EF4-FFF2-40B4-BE49-F238E27FC236}">
                <a16:creationId xmlns:a16="http://schemas.microsoft.com/office/drawing/2014/main" id="{0C3615E7-C0C6-204B-9323-41C9BC5117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8262" y="2850026"/>
            <a:ext cx="1543638" cy="19129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75438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Hometown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5AF259B-5184-F646-9B57-1B8495805313}"/>
              </a:ext>
            </a:extLst>
          </p:cNvPr>
          <p:cNvSpPr txBox="1"/>
          <p:nvPr userDrawn="1"/>
        </p:nvSpPr>
        <p:spPr>
          <a:xfrm>
            <a:off x="418263" y="3056884"/>
            <a:ext cx="154715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b="1" dirty="0">
                <a:solidFill>
                  <a:schemeClr val="tx1"/>
                </a:solidFill>
              </a:rPr>
              <a:t>ACADEMIC BACKGROUND: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C311E3D-1001-2B4C-8C09-29D646246094}"/>
              </a:ext>
            </a:extLst>
          </p:cNvPr>
          <p:cNvSpPr txBox="1"/>
          <p:nvPr userDrawn="1"/>
        </p:nvSpPr>
        <p:spPr>
          <a:xfrm>
            <a:off x="418262" y="4084347"/>
            <a:ext cx="154715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b="1" dirty="0">
                <a:solidFill>
                  <a:schemeClr val="tx1"/>
                </a:solidFill>
              </a:rPr>
              <a:t>DEGREE DISCIPLINE: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2810AB84-C337-634E-B184-4C1B5DD11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8262" y="4238415"/>
            <a:ext cx="1543638" cy="43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75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75438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Degree discipline</a:t>
            </a:r>
          </a:p>
        </p:txBody>
      </p:sp>
      <p:sp>
        <p:nvSpPr>
          <p:cNvPr id="96" name="Text Placeholder 22">
            <a:extLst>
              <a:ext uri="{FF2B5EF4-FFF2-40B4-BE49-F238E27FC236}">
                <a16:creationId xmlns:a16="http://schemas.microsoft.com/office/drawing/2014/main" id="{3B61C34C-7353-AD46-AC76-68F47B2350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8262" y="3210951"/>
            <a:ext cx="1543638" cy="85782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1050"/>
              </a:lnSpc>
              <a:spcBef>
                <a:spcPts val="0"/>
              </a:spcBef>
              <a:spcAft>
                <a:spcPts val="225"/>
              </a:spcAft>
              <a:buNone/>
              <a:defRPr sz="75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buNone/>
              <a:defRPr sz="75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754380" indent="0">
              <a:buNone/>
              <a:defRPr sz="75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131570" indent="0">
              <a:buNone/>
              <a:defRPr sz="75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08760" indent="0">
              <a:buNone/>
              <a:defRPr sz="75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Academic background</a:t>
            </a:r>
          </a:p>
        </p:txBody>
      </p:sp>
      <p:pic>
        <p:nvPicPr>
          <p:cNvPr id="30" name="Picture 29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833511CD-BE5B-3648-ACC7-6C237E0E367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858" y="186278"/>
            <a:ext cx="113664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22452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352460-AAEB-C647-B16E-222FF6EB8F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5527" y="4043251"/>
            <a:ext cx="2017430" cy="6873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E4F7D5-32A0-9342-B761-1BA204A5A3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66360" y="4314166"/>
            <a:ext cx="1662113" cy="39574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36CED6-A8F4-6244-A166-75D687559A18}"/>
              </a:ext>
            </a:extLst>
          </p:cNvPr>
          <p:cNvSpPr/>
          <p:nvPr userDrawn="1"/>
        </p:nvSpPr>
        <p:spPr>
          <a:xfrm>
            <a:off x="0" y="0"/>
            <a:ext cx="9144000" cy="3795738"/>
          </a:xfrm>
          <a:prstGeom prst="rect">
            <a:avLst/>
          </a:prstGeom>
          <a:solidFill>
            <a:srgbClr val="EB7825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</p:spTree>
    <p:extLst>
      <p:ext uri="{BB962C8B-B14F-4D97-AF65-F5344CB8AC3E}">
        <p14:creationId xmlns:p14="http://schemas.microsoft.com/office/powerpoint/2010/main" val="247095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60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9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6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80.xml"/><Relationship Id="rId3" Type="http://schemas.openxmlformats.org/officeDocument/2006/relationships/slideLayout" Target="../slideLayouts/slideLayout65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24" Type="http://schemas.openxmlformats.org/officeDocument/2006/relationships/image" Target="../media/image4.png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23" Type="http://schemas.openxmlformats.org/officeDocument/2006/relationships/image" Target="../media/image6.emf"/><Relationship Id="rId10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81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Relationship Id="rId22" Type="http://schemas.openxmlformats.org/officeDocument/2006/relationships/oleObject" Target="../embeddings/oleObject1.bin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4.xml"/><Relationship Id="rId18" Type="http://schemas.openxmlformats.org/officeDocument/2006/relationships/slideLayout" Target="../slideLayouts/slideLayout99.xml"/><Relationship Id="rId26" Type="http://schemas.openxmlformats.org/officeDocument/2006/relationships/slideLayout" Target="../slideLayouts/slideLayout107.xml"/><Relationship Id="rId39" Type="http://schemas.openxmlformats.org/officeDocument/2006/relationships/slideLayout" Target="../slideLayouts/slideLayout120.xml"/><Relationship Id="rId21" Type="http://schemas.openxmlformats.org/officeDocument/2006/relationships/slideLayout" Target="../slideLayouts/slideLayout102.xml"/><Relationship Id="rId34" Type="http://schemas.openxmlformats.org/officeDocument/2006/relationships/slideLayout" Target="../slideLayouts/slideLayout115.xml"/><Relationship Id="rId42" Type="http://schemas.openxmlformats.org/officeDocument/2006/relationships/slideLayout" Target="../slideLayouts/slideLayout123.xml"/><Relationship Id="rId47" Type="http://schemas.openxmlformats.org/officeDocument/2006/relationships/slideLayout" Target="../slideLayouts/slideLayout128.xml"/><Relationship Id="rId50" Type="http://schemas.openxmlformats.org/officeDocument/2006/relationships/slideLayout" Target="../slideLayouts/slideLayout131.xml"/><Relationship Id="rId55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88.xml"/><Relationship Id="rId2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97.xml"/><Relationship Id="rId29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92.xml"/><Relationship Id="rId24" Type="http://schemas.openxmlformats.org/officeDocument/2006/relationships/slideLayout" Target="../slideLayouts/slideLayout105.xml"/><Relationship Id="rId32" Type="http://schemas.openxmlformats.org/officeDocument/2006/relationships/slideLayout" Target="../slideLayouts/slideLayout113.xml"/><Relationship Id="rId37" Type="http://schemas.openxmlformats.org/officeDocument/2006/relationships/slideLayout" Target="../slideLayouts/slideLayout118.xml"/><Relationship Id="rId40" Type="http://schemas.openxmlformats.org/officeDocument/2006/relationships/slideLayout" Target="../slideLayouts/slideLayout121.xml"/><Relationship Id="rId45" Type="http://schemas.openxmlformats.org/officeDocument/2006/relationships/slideLayout" Target="../slideLayouts/slideLayout126.xml"/><Relationship Id="rId53" Type="http://schemas.openxmlformats.org/officeDocument/2006/relationships/slideLayout" Target="../slideLayouts/slideLayout134.xml"/><Relationship Id="rId58" Type="http://schemas.openxmlformats.org/officeDocument/2006/relationships/slideLayout" Target="../slideLayouts/slideLayout139.xml"/><Relationship Id="rId5" Type="http://schemas.openxmlformats.org/officeDocument/2006/relationships/slideLayout" Target="../slideLayouts/slideLayout86.xml"/><Relationship Id="rId61" Type="http://schemas.openxmlformats.org/officeDocument/2006/relationships/image" Target="../media/image7.png"/><Relationship Id="rId19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103.xml"/><Relationship Id="rId27" Type="http://schemas.openxmlformats.org/officeDocument/2006/relationships/slideLayout" Target="../slideLayouts/slideLayout108.xml"/><Relationship Id="rId30" Type="http://schemas.openxmlformats.org/officeDocument/2006/relationships/slideLayout" Target="../slideLayouts/slideLayout111.xml"/><Relationship Id="rId35" Type="http://schemas.openxmlformats.org/officeDocument/2006/relationships/slideLayout" Target="../slideLayouts/slideLayout116.xml"/><Relationship Id="rId43" Type="http://schemas.openxmlformats.org/officeDocument/2006/relationships/slideLayout" Target="../slideLayouts/slideLayout124.xml"/><Relationship Id="rId48" Type="http://schemas.openxmlformats.org/officeDocument/2006/relationships/slideLayout" Target="../slideLayouts/slideLayout129.xml"/><Relationship Id="rId56" Type="http://schemas.openxmlformats.org/officeDocument/2006/relationships/slideLayout" Target="../slideLayouts/slideLayout137.xml"/><Relationship Id="rId8" Type="http://schemas.openxmlformats.org/officeDocument/2006/relationships/slideLayout" Target="../slideLayouts/slideLayout89.xml"/><Relationship Id="rId51" Type="http://schemas.openxmlformats.org/officeDocument/2006/relationships/slideLayout" Target="../slideLayouts/slideLayout132.xml"/><Relationship Id="rId3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93.xml"/><Relationship Id="rId17" Type="http://schemas.openxmlformats.org/officeDocument/2006/relationships/slideLayout" Target="../slideLayouts/slideLayout98.xml"/><Relationship Id="rId25" Type="http://schemas.openxmlformats.org/officeDocument/2006/relationships/slideLayout" Target="../slideLayouts/slideLayout106.xml"/><Relationship Id="rId33" Type="http://schemas.openxmlformats.org/officeDocument/2006/relationships/slideLayout" Target="../slideLayouts/slideLayout114.xml"/><Relationship Id="rId38" Type="http://schemas.openxmlformats.org/officeDocument/2006/relationships/slideLayout" Target="../slideLayouts/slideLayout119.xml"/><Relationship Id="rId46" Type="http://schemas.openxmlformats.org/officeDocument/2006/relationships/slideLayout" Target="../slideLayouts/slideLayout127.xml"/><Relationship Id="rId59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22.xml"/><Relationship Id="rId54" Type="http://schemas.openxmlformats.org/officeDocument/2006/relationships/slideLayout" Target="../slideLayouts/slideLayout135.xml"/><Relationship Id="rId62" Type="http://schemas.openxmlformats.org/officeDocument/2006/relationships/image" Target="../media/image8.svg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5" Type="http://schemas.openxmlformats.org/officeDocument/2006/relationships/slideLayout" Target="../slideLayouts/slideLayout96.xml"/><Relationship Id="rId23" Type="http://schemas.openxmlformats.org/officeDocument/2006/relationships/slideLayout" Target="../slideLayouts/slideLayout104.xml"/><Relationship Id="rId28" Type="http://schemas.openxmlformats.org/officeDocument/2006/relationships/slideLayout" Target="../slideLayouts/slideLayout109.xml"/><Relationship Id="rId36" Type="http://schemas.openxmlformats.org/officeDocument/2006/relationships/slideLayout" Target="../slideLayouts/slideLayout117.xml"/><Relationship Id="rId49" Type="http://schemas.openxmlformats.org/officeDocument/2006/relationships/slideLayout" Target="../slideLayouts/slideLayout130.xml"/><Relationship Id="rId57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91.xml"/><Relationship Id="rId31" Type="http://schemas.openxmlformats.org/officeDocument/2006/relationships/slideLayout" Target="../slideLayouts/slideLayout112.xml"/><Relationship Id="rId44" Type="http://schemas.openxmlformats.org/officeDocument/2006/relationships/slideLayout" Target="../slideLayouts/slideLayout125.xml"/><Relationship Id="rId52" Type="http://schemas.openxmlformats.org/officeDocument/2006/relationships/slideLayout" Target="../slideLayouts/slideLayout133.xml"/><Relationship Id="rId60" Type="http://schemas.openxmlformats.org/officeDocument/2006/relationships/theme" Target="../theme/theme5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13" Type="http://schemas.openxmlformats.org/officeDocument/2006/relationships/slideLayout" Target="../slideLayouts/slideLayout153.xml"/><Relationship Id="rId18" Type="http://schemas.openxmlformats.org/officeDocument/2006/relationships/slideLayout" Target="../slideLayouts/slideLayout158.xml"/><Relationship Id="rId26" Type="http://schemas.openxmlformats.org/officeDocument/2006/relationships/image" Target="../media/image4.png"/><Relationship Id="rId3" Type="http://schemas.openxmlformats.org/officeDocument/2006/relationships/slideLayout" Target="../slideLayouts/slideLayout143.xml"/><Relationship Id="rId21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52.xml"/><Relationship Id="rId17" Type="http://schemas.openxmlformats.org/officeDocument/2006/relationships/slideLayout" Target="../slideLayouts/slideLayout157.xml"/><Relationship Id="rId25" Type="http://schemas.openxmlformats.org/officeDocument/2006/relationships/image" Target="../media/image23.emf"/><Relationship Id="rId2" Type="http://schemas.openxmlformats.org/officeDocument/2006/relationships/slideLayout" Target="../slideLayouts/slideLayout142.xml"/><Relationship Id="rId16" Type="http://schemas.openxmlformats.org/officeDocument/2006/relationships/slideLayout" Target="../slideLayouts/slideLayout156.xml"/><Relationship Id="rId20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51.xml"/><Relationship Id="rId24" Type="http://schemas.openxmlformats.org/officeDocument/2006/relationships/oleObject" Target="../embeddings/oleObject2.bin"/><Relationship Id="rId5" Type="http://schemas.openxmlformats.org/officeDocument/2006/relationships/slideLayout" Target="../slideLayouts/slideLayout145.xml"/><Relationship Id="rId15" Type="http://schemas.openxmlformats.org/officeDocument/2006/relationships/slideLayout" Target="../slideLayouts/slideLayout155.xml"/><Relationship Id="rId23" Type="http://schemas.openxmlformats.org/officeDocument/2006/relationships/tags" Target="../tags/tag20.xml"/><Relationship Id="rId10" Type="http://schemas.openxmlformats.org/officeDocument/2006/relationships/slideLayout" Target="../slideLayouts/slideLayout150.xml"/><Relationship Id="rId19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9.xml"/><Relationship Id="rId14" Type="http://schemas.openxmlformats.org/officeDocument/2006/relationships/slideLayout" Target="../slideLayouts/slideLayout154.xml"/><Relationship Id="rId22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9.xml"/><Relationship Id="rId3" Type="http://schemas.openxmlformats.org/officeDocument/2006/relationships/slideLayout" Target="../slideLayouts/slideLayout164.xml"/><Relationship Id="rId21" Type="http://schemas.openxmlformats.org/officeDocument/2006/relationships/tags" Target="../tags/tag23.xml"/><Relationship Id="rId7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8.xml"/><Relationship Id="rId25" Type="http://schemas.openxmlformats.org/officeDocument/2006/relationships/image" Target="../media/image4.png"/><Relationship Id="rId2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77.xml"/><Relationship Id="rId20" Type="http://schemas.openxmlformats.org/officeDocument/2006/relationships/theme" Target="../theme/theme7.xml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24" Type="http://schemas.openxmlformats.org/officeDocument/2006/relationships/image" Target="../media/image24.emf"/><Relationship Id="rId5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6.xml"/><Relationship Id="rId23" Type="http://schemas.openxmlformats.org/officeDocument/2006/relationships/oleObject" Target="../embeddings/oleObject5.bin"/><Relationship Id="rId10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5.xml"/><Relationship Id="rId22" Type="http://schemas.openxmlformats.org/officeDocument/2006/relationships/tags" Target="../tags/tag24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8.xml"/><Relationship Id="rId13" Type="http://schemas.openxmlformats.org/officeDocument/2006/relationships/slideLayout" Target="../slideLayouts/slideLayout193.xml"/><Relationship Id="rId18" Type="http://schemas.openxmlformats.org/officeDocument/2006/relationships/slideLayout" Target="../slideLayouts/slideLayout198.xml"/><Relationship Id="rId26" Type="http://schemas.openxmlformats.org/officeDocument/2006/relationships/image" Target="../media/image4.png"/><Relationship Id="rId3" Type="http://schemas.openxmlformats.org/officeDocument/2006/relationships/slideLayout" Target="../slideLayouts/slideLayout183.xml"/><Relationship Id="rId21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187.xml"/><Relationship Id="rId12" Type="http://schemas.openxmlformats.org/officeDocument/2006/relationships/slideLayout" Target="../slideLayouts/slideLayout192.xml"/><Relationship Id="rId17" Type="http://schemas.openxmlformats.org/officeDocument/2006/relationships/slideLayout" Target="../slideLayouts/slideLayout197.xml"/><Relationship Id="rId25" Type="http://schemas.openxmlformats.org/officeDocument/2006/relationships/image" Target="../media/image23.emf"/><Relationship Id="rId2" Type="http://schemas.openxmlformats.org/officeDocument/2006/relationships/slideLayout" Target="../slideLayouts/slideLayout182.xml"/><Relationship Id="rId16" Type="http://schemas.openxmlformats.org/officeDocument/2006/relationships/slideLayout" Target="../slideLayouts/slideLayout196.xml"/><Relationship Id="rId20" Type="http://schemas.openxmlformats.org/officeDocument/2006/relationships/slideLayout" Target="../slideLayouts/slideLayout200.xml"/><Relationship Id="rId1" Type="http://schemas.openxmlformats.org/officeDocument/2006/relationships/slideLayout" Target="../slideLayouts/slideLayout181.xml"/><Relationship Id="rId6" Type="http://schemas.openxmlformats.org/officeDocument/2006/relationships/slideLayout" Target="../slideLayouts/slideLayout186.xml"/><Relationship Id="rId11" Type="http://schemas.openxmlformats.org/officeDocument/2006/relationships/slideLayout" Target="../slideLayouts/slideLayout191.xml"/><Relationship Id="rId24" Type="http://schemas.openxmlformats.org/officeDocument/2006/relationships/oleObject" Target="../embeddings/oleObject2.bin"/><Relationship Id="rId5" Type="http://schemas.openxmlformats.org/officeDocument/2006/relationships/slideLayout" Target="../slideLayouts/slideLayout185.xml"/><Relationship Id="rId15" Type="http://schemas.openxmlformats.org/officeDocument/2006/relationships/slideLayout" Target="../slideLayouts/slideLayout195.xml"/><Relationship Id="rId23" Type="http://schemas.openxmlformats.org/officeDocument/2006/relationships/tags" Target="../tags/tag28.xml"/><Relationship Id="rId10" Type="http://schemas.openxmlformats.org/officeDocument/2006/relationships/slideLayout" Target="../slideLayouts/slideLayout190.xml"/><Relationship Id="rId19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184.xml"/><Relationship Id="rId9" Type="http://schemas.openxmlformats.org/officeDocument/2006/relationships/slideLayout" Target="../slideLayouts/slideLayout189.xml"/><Relationship Id="rId14" Type="http://schemas.openxmlformats.org/officeDocument/2006/relationships/slideLayout" Target="../slideLayouts/slideLayout194.xml"/><Relationship Id="rId22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202.xml"/><Relationship Id="rId6" Type="http://schemas.openxmlformats.org/officeDocument/2006/relationships/theme" Target="../theme/theme9.xml"/><Relationship Id="rId5" Type="http://schemas.openxmlformats.org/officeDocument/2006/relationships/slideLayout" Target="../slideLayouts/slideLayout206.xml"/><Relationship Id="rId4" Type="http://schemas.openxmlformats.org/officeDocument/2006/relationships/slideLayout" Target="../slideLayouts/slideLayout20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763" y="4758499"/>
            <a:ext cx="817857" cy="193948"/>
          </a:xfrm>
          <a:prstGeom prst="rect">
            <a:avLst/>
          </a:prstGeom>
        </p:spPr>
      </p:pic>
      <p:sp>
        <p:nvSpPr>
          <p:cNvPr id="21" name="Rectangle 20"/>
          <p:cNvSpPr>
            <a:spLocks noGrp="1" noChangeArrowheads="1"/>
          </p:cNvSpPr>
          <p:nvPr/>
        </p:nvSpPr>
        <p:spPr bwMode="gray">
          <a:xfrm>
            <a:off x="4155948" y="4690608"/>
            <a:ext cx="832104" cy="2738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b" anchorCtr="0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5820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09AF01-7EFE-4A29-B021-8BA707099C41}" type="slidenum"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716F7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58204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716F7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3538" y="1280160"/>
            <a:ext cx="8416782" cy="311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363537" y="440164"/>
            <a:ext cx="8416925" cy="49244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MSIPCMContentMarking" descr="{&quot;HashCode&quot;:2073836431,&quot;Placement&quot;:&quot;Footer&quot;,&quot;Top&quot;:384.343,&quot;Left&quot;:276.6059,&quot;SlideWidth&quot;:720,&quot;SlideHeight&quot;:405}">
            <a:extLst>
              <a:ext uri="{FF2B5EF4-FFF2-40B4-BE49-F238E27FC236}">
                <a16:creationId xmlns:a16="http://schemas.microsoft.com/office/drawing/2014/main" id="{C32AB210-54A7-462F-B6D8-F6EC19EE8D58}"/>
              </a:ext>
            </a:extLst>
          </p:cNvPr>
          <p:cNvSpPr txBox="1"/>
          <p:nvPr userDrawn="1"/>
        </p:nvSpPr>
        <p:spPr>
          <a:xfrm>
            <a:off x="3512895" y="4881156"/>
            <a:ext cx="2118210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000000"/>
                </a:solidFill>
                <a:latin typeface="Calibri" panose="020F0502020204030204" pitchFamily="34" charset="0"/>
              </a:rPr>
              <a:t>Internal Use Only General Business</a:t>
            </a:r>
            <a:endParaRPr lang="en-SG" sz="10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34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36" r:id="rId2"/>
    <p:sldLayoutId id="2147483718" r:id="rId3"/>
    <p:sldLayoutId id="2147483715" r:id="rId4"/>
    <p:sldLayoutId id="2147483740" r:id="rId5"/>
    <p:sldLayoutId id="2147483717" r:id="rId6"/>
    <p:sldLayoutId id="2147483742" r:id="rId7"/>
    <p:sldLayoutId id="2147483713" r:id="rId8"/>
    <p:sldLayoutId id="2147483712" r:id="rId9"/>
    <p:sldLayoutId id="2147483719" r:id="rId10"/>
    <p:sldLayoutId id="2147483720" r:id="rId11"/>
    <p:sldLayoutId id="214748373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</p:sldLayoutIdLst>
  <p:transition>
    <p:fade/>
  </p:transition>
  <p:hf hdr="0"/>
  <p:txStyles>
    <p:titleStyle>
      <a:lvl1pPr algn="l" defTabSz="285707" rtl="0" eaLnBrk="1" latinLnBrk="0" hangingPunct="1">
        <a:lnSpc>
          <a:spcPct val="100000"/>
        </a:lnSpc>
        <a:spcBef>
          <a:spcPct val="0"/>
        </a:spcBef>
        <a:buNone/>
        <a:defRPr sz="2600" b="1" kern="1200" cap="all" spc="0" baseline="0">
          <a:solidFill>
            <a:schemeClr val="accent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31775" indent="-231775" algn="l" defTabSz="285707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2200" b="1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5425" algn="l" defTabSz="285707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–"/>
        <a:defRPr sz="2000" b="1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88975" indent="-231775" algn="l" defTabSz="285707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1800" b="1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5425" algn="l" defTabSz="285707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90000"/>
        <a:buFont typeface="Arial" panose="020B0604020202020204" pitchFamily="34" charset="0"/>
        <a:buChar char="–"/>
        <a:defRPr sz="1600" b="1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84263" indent="-169863" algn="l" defTabSz="285707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90000"/>
        <a:buFont typeface="Arial" panose="020B0604020202020204" pitchFamily="34" charset="0"/>
        <a:buChar char="•"/>
        <a:defRPr sz="1400" b="1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4269" indent="0" algn="l" defTabSz="285707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None/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928549" indent="-71427" algn="l" defTabSz="285707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1071403" indent="-71427" algn="l" defTabSz="285707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214257" indent="-71427" algn="l" defTabSz="285707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707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1pPr>
      <a:lvl2pPr marL="142854" algn="l" defTabSz="285707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2pPr>
      <a:lvl3pPr marL="285707" algn="l" defTabSz="285707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3pPr>
      <a:lvl4pPr marL="428561" algn="l" defTabSz="285707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4pPr>
      <a:lvl5pPr marL="571415" algn="l" defTabSz="285707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5pPr>
      <a:lvl6pPr marL="714269" algn="l" defTabSz="285707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857122" algn="l" defTabSz="285707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999976" algn="l" defTabSz="285707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142830" algn="l" defTabSz="285707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765" y="4755289"/>
            <a:ext cx="817857" cy="200375"/>
          </a:xfrm>
          <a:prstGeom prst="rect">
            <a:avLst/>
          </a:prstGeom>
        </p:spPr>
      </p:pic>
      <p:sp>
        <p:nvSpPr>
          <p:cNvPr id="21" name="Rectangle 20"/>
          <p:cNvSpPr>
            <a:spLocks noGrp="1" noChangeArrowheads="1"/>
          </p:cNvSpPr>
          <p:nvPr/>
        </p:nvSpPr>
        <p:spPr bwMode="gray">
          <a:xfrm>
            <a:off x="4155948" y="4690608"/>
            <a:ext cx="832104" cy="2738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b" anchorCtr="0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5820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09AF01-7EFE-4A29-B021-8BA707099C41}" type="slidenum"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716F7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5820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716F7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60933" y="4688860"/>
            <a:ext cx="2310939" cy="2755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716F7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Amgen Proprietary—For Internal Use Only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3538" y="1280163"/>
            <a:ext cx="8416783" cy="311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363539" y="440167"/>
            <a:ext cx="8416925" cy="49244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MSIPCMContentMarking" descr="{&quot;HashCode&quot;:1973458532,&quot;Placement&quot;:&quot;Footer&quot;,&quot;Top&quot;:384.343,&quot;Left&quot;:254.896927,&quot;SlideWidth&quot;:720,&quot;SlideHeight&quot;:405}">
            <a:extLst>
              <a:ext uri="{FF2B5EF4-FFF2-40B4-BE49-F238E27FC236}">
                <a16:creationId xmlns:a16="http://schemas.microsoft.com/office/drawing/2014/main" id="{81A20E44-4FEF-40FF-97C1-46574705F579}"/>
              </a:ext>
            </a:extLst>
          </p:cNvPr>
          <p:cNvSpPr txBox="1"/>
          <p:nvPr userDrawn="1"/>
        </p:nvSpPr>
        <p:spPr>
          <a:xfrm>
            <a:off x="3237191" y="4881156"/>
            <a:ext cx="2669618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000000"/>
                </a:solidFill>
                <a:latin typeface="Calibri" panose="020F0502020204030204" pitchFamily="34" charset="0"/>
              </a:rPr>
              <a:t>Internal Use Only General and Administrative</a:t>
            </a:r>
            <a:endParaRPr lang="en-SG" sz="10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4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</p:sldLayoutIdLst>
  <p:transition>
    <p:fade/>
  </p:transition>
  <p:txStyles>
    <p:titleStyle>
      <a:lvl1pPr algn="l" defTabSz="285693" rtl="0" eaLnBrk="1" latinLnBrk="0" hangingPunct="1">
        <a:lnSpc>
          <a:spcPct val="100000"/>
        </a:lnSpc>
        <a:spcBef>
          <a:spcPct val="0"/>
        </a:spcBef>
        <a:buNone/>
        <a:defRPr sz="2600" b="1" kern="1200" cap="all" spc="0" baseline="0">
          <a:solidFill>
            <a:schemeClr val="accent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31765" indent="-231765" algn="l" defTabSz="285693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2200" b="1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457178" indent="-225413" algn="l" defTabSz="285693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–"/>
        <a:defRPr sz="2000" b="1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88941" indent="-231765" algn="l" defTabSz="285693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1800" b="1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914356" indent="-225413" algn="l" defTabSz="285693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90000"/>
        <a:buFont typeface="Arial" panose="020B0604020202020204" pitchFamily="34" charset="0"/>
        <a:buChar char="–"/>
        <a:defRPr sz="1600" b="1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84209" indent="-169854" algn="l" defTabSz="285693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90000"/>
        <a:buFont typeface="Arial" panose="020B0604020202020204" pitchFamily="34" charset="0"/>
        <a:buChar char="•"/>
        <a:defRPr sz="1400" b="1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4233" indent="0" algn="l" defTabSz="285693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None/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928503" indent="-71425" algn="l" defTabSz="285693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1071351" indent="-71425" algn="l" defTabSz="285693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214196" indent="-71425" algn="l" defTabSz="285693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1pPr>
      <a:lvl2pPr marL="142847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2pPr>
      <a:lvl3pPr marL="285693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3pPr>
      <a:lvl4pPr marL="428540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4pPr>
      <a:lvl5pPr marL="571387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5pPr>
      <a:lvl6pPr marL="714233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857080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999926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142773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764" y="4758500"/>
            <a:ext cx="817857" cy="193948"/>
          </a:xfrm>
          <a:prstGeom prst="rect">
            <a:avLst/>
          </a:prstGeom>
        </p:spPr>
      </p:pic>
      <p:sp>
        <p:nvSpPr>
          <p:cNvPr id="21" name="Rectangle 20"/>
          <p:cNvSpPr>
            <a:spLocks noGrp="1" noChangeArrowheads="1"/>
          </p:cNvSpPr>
          <p:nvPr/>
        </p:nvSpPr>
        <p:spPr bwMode="gray">
          <a:xfrm>
            <a:off x="4155948" y="4690608"/>
            <a:ext cx="832104" cy="2738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b" anchorCtr="0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58203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09AF01-7EFE-4A29-B021-8BA707099C41}" type="slidenum"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716F7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582031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716F7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3538" y="1280161"/>
            <a:ext cx="8416782" cy="311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363538" y="440165"/>
            <a:ext cx="8416925" cy="49244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MSIPCMContentMarking" descr="{&quot;HashCode&quot;:1973458532,&quot;Placement&quot;:&quot;Footer&quot;,&quot;Top&quot;:519.343,&quot;Left&quot;:374.896942,&quot;SlideWidth&quot;:960,&quot;SlideHeight&quot;:540}">
            <a:extLst>
              <a:ext uri="{FF2B5EF4-FFF2-40B4-BE49-F238E27FC236}">
                <a16:creationId xmlns:a16="http://schemas.microsoft.com/office/drawing/2014/main" id="{618FA5E9-2439-4F73-BABA-11DDDCF7042F}"/>
              </a:ext>
            </a:extLst>
          </p:cNvPr>
          <p:cNvSpPr txBox="1"/>
          <p:nvPr userDrawn="1"/>
        </p:nvSpPr>
        <p:spPr>
          <a:xfrm>
            <a:off x="3570893" y="4987413"/>
            <a:ext cx="2002214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b="1">
                <a:solidFill>
                  <a:srgbClr val="000000"/>
                </a:solidFill>
                <a:latin typeface="Calibri" panose="020F0502020204030204" pitchFamily="34" charset="0"/>
              </a:rPr>
              <a:t>Internal Use Only General and Administrative</a:t>
            </a:r>
          </a:p>
        </p:txBody>
      </p:sp>
    </p:spTree>
    <p:extLst>
      <p:ext uri="{BB962C8B-B14F-4D97-AF65-F5344CB8AC3E}">
        <p14:creationId xmlns:p14="http://schemas.microsoft.com/office/powerpoint/2010/main" val="260127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  <p:sldLayoutId id="2147483782" r:id="rId19"/>
    <p:sldLayoutId id="2147483783" r:id="rId20"/>
    <p:sldLayoutId id="2147483784" r:id="rId21"/>
    <p:sldLayoutId id="2147483785" r:id="rId22"/>
    <p:sldLayoutId id="2147483786" r:id="rId23"/>
  </p:sldLayoutIdLst>
  <p:transition>
    <p:fade/>
  </p:transition>
  <p:hf hdr="0"/>
  <p:txStyles>
    <p:titleStyle>
      <a:lvl1pPr algn="l" defTabSz="285700" rtl="0" eaLnBrk="1" latinLnBrk="0" hangingPunct="1">
        <a:lnSpc>
          <a:spcPct val="100000"/>
        </a:lnSpc>
        <a:spcBef>
          <a:spcPct val="0"/>
        </a:spcBef>
        <a:buNone/>
        <a:defRPr sz="2600" b="1" kern="1200" cap="all" spc="0" baseline="0">
          <a:solidFill>
            <a:schemeClr val="accent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31770" indent="-231770" algn="l" defTabSz="2857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2200" b="1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-225419" algn="l" defTabSz="28570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–"/>
        <a:defRPr sz="2000" b="1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88958" indent="-231770" algn="l" defTabSz="28570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1800" b="1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914378" indent="-225419" algn="l" defTabSz="2857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90000"/>
        <a:buFont typeface="Arial" panose="020B0604020202020204" pitchFamily="34" charset="0"/>
        <a:buChar char="–"/>
        <a:defRPr sz="1600" b="1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84236" indent="-169859" algn="l" defTabSz="2857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90000"/>
        <a:buFont typeface="Arial" panose="020B0604020202020204" pitchFamily="34" charset="0"/>
        <a:buChar char="•"/>
        <a:defRPr sz="1400" b="1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4251" indent="0" algn="l" defTabSz="285700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None/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928526" indent="-71426" algn="l" defTabSz="285700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1071377" indent="-71426" algn="l" defTabSz="285700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214227" indent="-71426" algn="l" defTabSz="285700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1pPr>
      <a:lvl2pPr marL="142850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2pPr>
      <a:lvl3pPr marL="285700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3pPr>
      <a:lvl4pPr marL="428550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4pPr>
      <a:lvl5pPr marL="571401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5pPr>
      <a:lvl6pPr marL="714251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857101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999951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142801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47EC47C-5C5D-4AC3-B151-2152A846732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822205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395" imgH="394" progId="TCLayout.ActiveDocument.1">
                  <p:embed/>
                </p:oleObj>
              </mc:Choice>
              <mc:Fallback>
                <p:oleObj name="think-cell Slide" r:id="rId22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47EC47C-5C5D-4AC3-B151-2152A84673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765" y="4755289"/>
            <a:ext cx="817857" cy="200375"/>
          </a:xfrm>
          <a:prstGeom prst="rect">
            <a:avLst/>
          </a:prstGeom>
        </p:spPr>
      </p:pic>
      <p:sp>
        <p:nvSpPr>
          <p:cNvPr id="21" name="Rectangle 20"/>
          <p:cNvSpPr>
            <a:spLocks noGrp="1" noChangeArrowheads="1"/>
          </p:cNvSpPr>
          <p:nvPr/>
        </p:nvSpPr>
        <p:spPr bwMode="gray">
          <a:xfrm>
            <a:off x="4155948" y="4690608"/>
            <a:ext cx="832104" cy="2738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b" anchorCtr="0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5820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09AF01-7EFE-4A29-B021-8BA707099C41}" type="slidenum"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716F7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5820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716F7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60933" y="4688860"/>
            <a:ext cx="2310939" cy="2755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r" defTabSz="582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716F7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Amgen Proprietary—For Internal Use Only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3538" y="1280163"/>
            <a:ext cx="8416783" cy="311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363539" y="440167"/>
            <a:ext cx="8416925" cy="49244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MSIPCMContentMarking" descr="{&quot;HashCode&quot;:1973458532,&quot;Placement&quot;:&quot;Footer&quot;,&quot;Top&quot;:384.343,&quot;Left&quot;:254.896927,&quot;SlideWidth&quot;:720,&quot;SlideHeight&quot;:405}">
            <a:extLst>
              <a:ext uri="{FF2B5EF4-FFF2-40B4-BE49-F238E27FC236}">
                <a16:creationId xmlns:a16="http://schemas.microsoft.com/office/drawing/2014/main" id="{81A20E44-4FEF-40FF-97C1-46574705F579}"/>
              </a:ext>
            </a:extLst>
          </p:cNvPr>
          <p:cNvSpPr txBox="1"/>
          <p:nvPr userDrawn="1"/>
        </p:nvSpPr>
        <p:spPr>
          <a:xfrm>
            <a:off x="3237191" y="4881156"/>
            <a:ext cx="2669618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000000"/>
                </a:solidFill>
                <a:latin typeface="Calibri" panose="020F0502020204030204" pitchFamily="34" charset="0"/>
              </a:rPr>
              <a:t>Internal Use Only General and Administrative</a:t>
            </a:r>
            <a:endParaRPr lang="en-SG" sz="10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54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  <p:sldLayoutId id="2147483805" r:id="rId18"/>
    <p:sldLayoutId id="2147483806" r:id="rId19"/>
  </p:sldLayoutIdLst>
  <p:transition>
    <p:fade/>
  </p:transition>
  <p:txStyles>
    <p:titleStyle>
      <a:lvl1pPr algn="l" defTabSz="285693" rtl="0" eaLnBrk="1" latinLnBrk="0" hangingPunct="1">
        <a:lnSpc>
          <a:spcPct val="100000"/>
        </a:lnSpc>
        <a:spcBef>
          <a:spcPct val="0"/>
        </a:spcBef>
        <a:buNone/>
        <a:defRPr sz="2600" b="1" kern="1200" cap="all" spc="0" baseline="0">
          <a:solidFill>
            <a:schemeClr val="accent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31765" indent="-231765" algn="l" defTabSz="285693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2200" b="1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457178" indent="-225413" algn="l" defTabSz="285693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–"/>
        <a:defRPr sz="2000" b="1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88941" indent="-231765" algn="l" defTabSz="285693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1800" b="1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914356" indent="-225413" algn="l" defTabSz="285693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90000"/>
        <a:buFont typeface="Arial" panose="020B0604020202020204" pitchFamily="34" charset="0"/>
        <a:buChar char="–"/>
        <a:defRPr sz="1600" b="1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84209" indent="-169854" algn="l" defTabSz="285693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90000"/>
        <a:buFont typeface="Arial" panose="020B0604020202020204" pitchFamily="34" charset="0"/>
        <a:buChar char="•"/>
        <a:defRPr sz="1400" b="1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4233" indent="0" algn="l" defTabSz="285693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None/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928503" indent="-71425" algn="l" defTabSz="285693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1071351" indent="-71425" algn="l" defTabSz="285693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214196" indent="-71425" algn="l" defTabSz="285693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1pPr>
      <a:lvl2pPr marL="142847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2pPr>
      <a:lvl3pPr marL="285693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3pPr>
      <a:lvl4pPr marL="428540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4pPr>
      <a:lvl5pPr marL="571387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5pPr>
      <a:lvl6pPr marL="714233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857080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999926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142773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D0E37A5-329C-6B42-A03C-2BAEC2052D29}"/>
              </a:ext>
            </a:extLst>
          </p:cNvPr>
          <p:cNvSpPr>
            <a:spLocks noGrp="1" noChangeArrowheads="1"/>
          </p:cNvSpPr>
          <p:nvPr/>
        </p:nvSpPr>
        <p:spPr bwMode="gray">
          <a:xfrm>
            <a:off x="273845" y="4749032"/>
            <a:ext cx="307181" cy="1562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 defTabSz="581900" eaLnBrk="1" hangingPunct="1">
              <a:defRPr/>
            </a:pPr>
            <a:fld id="{3DBC93D6-C358-9648-9CB7-FB101C9037AB}" type="slidenum">
              <a:rPr lang="en-US" sz="60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pPr algn="l" defTabSz="581900" eaLnBrk="1" hangingPunct="1">
                <a:defRPr/>
              </a:pPr>
              <a:t>‹#›</a:t>
            </a:fld>
            <a:endParaRPr lang="en-US" sz="600" dirty="0">
              <a:solidFill>
                <a:schemeClr val="bg1">
                  <a:lumMod val="6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DFE426-7321-534C-8485-5B1BB1E2C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3845" y="1181101"/>
            <a:ext cx="8596311" cy="310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B2BC6372-ED2A-7044-A75D-F358185E4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845" y="274319"/>
            <a:ext cx="8596311" cy="3497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F68FE0-EE9F-E934-8F3D-7FD1120CA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3845" y="4375404"/>
            <a:ext cx="6141243" cy="3703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marL="0" indent="0" algn="l">
              <a:tabLst/>
              <a:defRPr sz="675" b="0" i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54A0DC-99E9-C6F3-5DB6-E45C9168588B}"/>
              </a:ext>
            </a:extLst>
          </p:cNvPr>
          <p:cNvPicPr>
            <a:picLocks noChangeAspect="1"/>
          </p:cNvPicPr>
          <p:nvPr userDrawn="1"/>
        </p:nvPicPr>
        <p:blipFill>
          <a:blip r:embed="rId6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7963469" y="4669157"/>
            <a:ext cx="970981" cy="23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42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20" r:id="rId13"/>
    <p:sldLayoutId id="2147483821" r:id="rId14"/>
    <p:sldLayoutId id="2147483822" r:id="rId15"/>
    <p:sldLayoutId id="2147483823" r:id="rId16"/>
    <p:sldLayoutId id="2147483824" r:id="rId17"/>
    <p:sldLayoutId id="2147483825" r:id="rId18"/>
    <p:sldLayoutId id="2147483826" r:id="rId19"/>
    <p:sldLayoutId id="2147483827" r:id="rId20"/>
    <p:sldLayoutId id="2147483828" r:id="rId21"/>
    <p:sldLayoutId id="2147483829" r:id="rId22"/>
    <p:sldLayoutId id="2147483830" r:id="rId23"/>
    <p:sldLayoutId id="2147483831" r:id="rId24"/>
    <p:sldLayoutId id="2147483832" r:id="rId25"/>
    <p:sldLayoutId id="2147483833" r:id="rId26"/>
    <p:sldLayoutId id="2147483834" r:id="rId27"/>
    <p:sldLayoutId id="2147483835" r:id="rId28"/>
    <p:sldLayoutId id="2147483836" r:id="rId29"/>
    <p:sldLayoutId id="2147483837" r:id="rId30"/>
    <p:sldLayoutId id="2147483838" r:id="rId31"/>
    <p:sldLayoutId id="2147483839" r:id="rId32"/>
    <p:sldLayoutId id="2147483840" r:id="rId33"/>
    <p:sldLayoutId id="2147483841" r:id="rId34"/>
    <p:sldLayoutId id="2147483842" r:id="rId35"/>
    <p:sldLayoutId id="2147483843" r:id="rId36"/>
    <p:sldLayoutId id="2147483844" r:id="rId37"/>
    <p:sldLayoutId id="2147483845" r:id="rId38"/>
    <p:sldLayoutId id="2147483846" r:id="rId39"/>
    <p:sldLayoutId id="2147483847" r:id="rId40"/>
    <p:sldLayoutId id="2147483848" r:id="rId41"/>
    <p:sldLayoutId id="2147483849" r:id="rId42"/>
    <p:sldLayoutId id="2147483850" r:id="rId43"/>
    <p:sldLayoutId id="2147483851" r:id="rId44"/>
    <p:sldLayoutId id="2147483852" r:id="rId45"/>
    <p:sldLayoutId id="2147483853" r:id="rId46"/>
    <p:sldLayoutId id="2147483854" r:id="rId47"/>
    <p:sldLayoutId id="2147483855" r:id="rId48"/>
    <p:sldLayoutId id="2147483856" r:id="rId49"/>
    <p:sldLayoutId id="2147483857" r:id="rId50"/>
    <p:sldLayoutId id="2147483858" r:id="rId51"/>
    <p:sldLayoutId id="2147483859" r:id="rId52"/>
    <p:sldLayoutId id="2147483860" r:id="rId53"/>
    <p:sldLayoutId id="2147483861" r:id="rId54"/>
    <p:sldLayoutId id="2147483862" r:id="rId55"/>
    <p:sldLayoutId id="2147483863" r:id="rId56"/>
    <p:sldLayoutId id="2147483864" r:id="rId57"/>
    <p:sldLayoutId id="2147483865" r:id="rId58"/>
    <p:sldLayoutId id="2147483866" r:id="rId59"/>
  </p:sldLayoutIdLst>
  <p:transition>
    <p:fade/>
  </p:transition>
  <p:hf hdr="0"/>
  <p:txStyles>
    <p:titleStyle>
      <a:lvl1pPr algn="l" defTabSz="284503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2250" b="1" i="0" kern="1200" cap="none">
          <a:solidFill>
            <a:schemeClr val="accent1"/>
          </a:solidFill>
          <a:latin typeface="Century Gothic" panose="020B0502020202020204" pitchFamily="34" charset="0"/>
          <a:ea typeface="+mj-ea"/>
          <a:cs typeface="+mj-cs"/>
        </a:defRPr>
      </a:lvl1pPr>
      <a:lvl2pPr algn="l" defTabSz="284503" rtl="0" eaLnBrk="1" fontAlgn="base" hangingPunct="1">
        <a:spcBef>
          <a:spcPct val="0"/>
        </a:spcBef>
        <a:spcAft>
          <a:spcPct val="0"/>
        </a:spcAft>
        <a:defRPr sz="2549" b="1">
          <a:solidFill>
            <a:schemeClr val="accent1"/>
          </a:solidFill>
          <a:latin typeface="Calibri" panose="020F0502020204030204" pitchFamily="34" charset="0"/>
        </a:defRPr>
      </a:lvl2pPr>
      <a:lvl3pPr algn="l" defTabSz="284503" rtl="0" eaLnBrk="1" fontAlgn="base" hangingPunct="1">
        <a:spcBef>
          <a:spcPct val="0"/>
        </a:spcBef>
        <a:spcAft>
          <a:spcPct val="0"/>
        </a:spcAft>
        <a:defRPr sz="2549" b="1">
          <a:solidFill>
            <a:schemeClr val="accent1"/>
          </a:solidFill>
          <a:latin typeface="Calibri" panose="020F0502020204030204" pitchFamily="34" charset="0"/>
        </a:defRPr>
      </a:lvl3pPr>
      <a:lvl4pPr algn="l" defTabSz="284503" rtl="0" eaLnBrk="1" fontAlgn="base" hangingPunct="1">
        <a:spcBef>
          <a:spcPct val="0"/>
        </a:spcBef>
        <a:spcAft>
          <a:spcPct val="0"/>
        </a:spcAft>
        <a:defRPr sz="2549" b="1">
          <a:solidFill>
            <a:schemeClr val="accent1"/>
          </a:solidFill>
          <a:latin typeface="Calibri" panose="020F0502020204030204" pitchFamily="34" charset="0"/>
        </a:defRPr>
      </a:lvl4pPr>
      <a:lvl5pPr algn="l" defTabSz="284503" rtl="0" eaLnBrk="1" fontAlgn="base" hangingPunct="1">
        <a:spcBef>
          <a:spcPct val="0"/>
        </a:spcBef>
        <a:spcAft>
          <a:spcPct val="0"/>
        </a:spcAft>
        <a:defRPr sz="2549" b="1">
          <a:solidFill>
            <a:schemeClr val="accent1"/>
          </a:solidFill>
          <a:latin typeface="Calibri" panose="020F0502020204030204" pitchFamily="34" charset="0"/>
        </a:defRPr>
      </a:lvl5pPr>
      <a:lvl6pPr marL="342832" algn="l" defTabSz="284503" rtl="0" eaLnBrk="1" fontAlgn="base" hangingPunct="1">
        <a:spcBef>
          <a:spcPct val="0"/>
        </a:spcBef>
        <a:spcAft>
          <a:spcPct val="0"/>
        </a:spcAft>
        <a:defRPr sz="2549" b="1">
          <a:solidFill>
            <a:schemeClr val="accent1"/>
          </a:solidFill>
          <a:latin typeface="Calibri" panose="020F0502020204030204" pitchFamily="34" charset="0"/>
        </a:defRPr>
      </a:lvl6pPr>
      <a:lvl7pPr marL="685663" algn="l" defTabSz="284503" rtl="0" eaLnBrk="1" fontAlgn="base" hangingPunct="1">
        <a:spcBef>
          <a:spcPct val="0"/>
        </a:spcBef>
        <a:spcAft>
          <a:spcPct val="0"/>
        </a:spcAft>
        <a:defRPr sz="2549" b="1">
          <a:solidFill>
            <a:schemeClr val="accent1"/>
          </a:solidFill>
          <a:latin typeface="Calibri" panose="020F0502020204030204" pitchFamily="34" charset="0"/>
        </a:defRPr>
      </a:lvl7pPr>
      <a:lvl8pPr marL="1028495" algn="l" defTabSz="284503" rtl="0" eaLnBrk="1" fontAlgn="base" hangingPunct="1">
        <a:spcBef>
          <a:spcPct val="0"/>
        </a:spcBef>
        <a:spcAft>
          <a:spcPct val="0"/>
        </a:spcAft>
        <a:defRPr sz="2549" b="1">
          <a:solidFill>
            <a:schemeClr val="accent1"/>
          </a:solidFill>
          <a:latin typeface="Calibri" panose="020F0502020204030204" pitchFamily="34" charset="0"/>
        </a:defRPr>
      </a:lvl8pPr>
      <a:lvl9pPr marL="1371326" algn="l" defTabSz="284503" rtl="0" eaLnBrk="1" fontAlgn="base" hangingPunct="1">
        <a:spcBef>
          <a:spcPct val="0"/>
        </a:spcBef>
        <a:spcAft>
          <a:spcPct val="0"/>
        </a:spcAft>
        <a:defRPr sz="2549" b="1">
          <a:solidFill>
            <a:schemeClr val="accent1"/>
          </a:solidFill>
          <a:latin typeface="Calibri" panose="020F0502020204030204" pitchFamily="34" charset="0"/>
        </a:defRPr>
      </a:lvl9pPr>
    </p:titleStyle>
    <p:bodyStyle>
      <a:lvl1pPr marL="192024" indent="-192024" algn="l" defTabSz="284503" rtl="0" eaLnBrk="1" fontAlgn="base" hangingPunct="1">
        <a:lnSpc>
          <a:spcPct val="100000"/>
        </a:lnSpc>
        <a:spcBef>
          <a:spcPts val="0"/>
        </a:spcBef>
        <a:spcAft>
          <a:spcPts val="750"/>
        </a:spcAft>
        <a:buClr>
          <a:schemeClr val="accent1"/>
        </a:buClr>
        <a:buSzPct val="90000"/>
        <a:buFont typeface="Arial" panose="020B0604020202020204" pitchFamily="34" charset="0"/>
        <a:buChar char="•"/>
        <a:tabLst/>
        <a:defRPr sz="1500" b="0" kern="1200" spc="8" baseline="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410766" indent="-205740" algn="l" defTabSz="284503" rtl="0" eaLnBrk="1" fontAlgn="base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90000"/>
        <a:buFont typeface="Courier New" panose="02070309020205020404" pitchFamily="49" charset="0"/>
        <a:buChar char="o"/>
        <a:tabLst/>
        <a:defRPr sz="1350" b="0" kern="1200" spc="8" baseline="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548640" indent="-137160" algn="l" defTabSz="284503" rtl="0" eaLnBrk="1" fontAlgn="base" hangingPunct="1">
        <a:lnSpc>
          <a:spcPct val="100000"/>
        </a:lnSpc>
        <a:spcBef>
          <a:spcPts val="0"/>
        </a:spcBef>
        <a:spcAft>
          <a:spcPts val="150"/>
        </a:spcAft>
        <a:buClr>
          <a:schemeClr val="accent1"/>
        </a:buClr>
        <a:buSzPct val="90000"/>
        <a:buFont typeface="System Font Regular"/>
        <a:buChar char="–"/>
        <a:tabLst/>
        <a:defRPr sz="1200" b="0" kern="1200" spc="8" baseline="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685800" indent="-137160" algn="l" defTabSz="284503" rtl="0" eaLnBrk="1" fontAlgn="base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90000"/>
        <a:buFont typeface="Arial" panose="020B0604020202020204" pitchFamily="34" charset="0"/>
        <a:buChar char="•"/>
        <a:tabLst/>
        <a:defRPr sz="900" b="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781812" indent="-96012" algn="l" defTabSz="284503" rtl="0" eaLnBrk="1" fontAlgn="base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80000"/>
        <a:buFont typeface="Courier New" panose="02070309020205020404" pitchFamily="49" charset="0"/>
        <a:buChar char="o"/>
        <a:tabLst/>
        <a:defRPr sz="75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714091" indent="0" algn="l" defTabSz="285636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None/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928317" indent="-71410" algn="l" defTabSz="285636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1071136" indent="-71410" algn="l" defTabSz="285636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213954" indent="-71410" algn="l" defTabSz="285636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636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1pPr>
      <a:lvl2pPr marL="142818" algn="l" defTabSz="285636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2pPr>
      <a:lvl3pPr marL="285636" algn="l" defTabSz="285636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3pPr>
      <a:lvl4pPr marL="428454" algn="l" defTabSz="285636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4pPr>
      <a:lvl5pPr marL="571273" algn="l" defTabSz="285636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5pPr>
      <a:lvl6pPr marL="714091" algn="l" defTabSz="285636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856908" algn="l" defTabSz="285636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999726" algn="l" defTabSz="285636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142544" algn="l" defTabSz="285636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">
          <p15:clr>
            <a:srgbClr val="5ACBF0"/>
          </p15:clr>
        </p15:guide>
        <p15:guide id="2" pos="1260">
          <p15:clr>
            <a:srgbClr val="F26B43"/>
          </p15:clr>
        </p15:guide>
        <p15:guide id="3" orient="horz" pos="1770">
          <p15:clr>
            <a:srgbClr val="F26B43"/>
          </p15:clr>
        </p15:guide>
        <p15:guide id="4" orient="horz" pos="473">
          <p15:clr>
            <a:srgbClr val="F26B43"/>
          </p15:clr>
        </p15:guide>
        <p15:guide id="5" orient="horz" pos="1252">
          <p15:clr>
            <a:srgbClr val="F26B43"/>
          </p15:clr>
        </p15:guide>
        <p15:guide id="6" orient="horz" pos="2548">
          <p15:clr>
            <a:srgbClr val="F26B43"/>
          </p15:clr>
        </p15:guide>
        <p15:guide id="7" orient="horz" pos="3066">
          <p15:clr>
            <a:srgbClr val="F26B43"/>
          </p15:clr>
        </p15:guide>
        <p15:guide id="8" orient="horz" pos="3844">
          <p15:clr>
            <a:srgbClr val="F26B43"/>
          </p15:clr>
        </p15:guide>
        <p15:guide id="9" orient="horz" pos="1510">
          <p15:clr>
            <a:srgbClr val="5ACBF0"/>
          </p15:clr>
        </p15:guide>
        <p15:guide id="10" orient="horz" pos="2808">
          <p15:clr>
            <a:srgbClr val="5ACBF0"/>
          </p15:clr>
        </p15:guide>
        <p15:guide id="11" orient="horz" pos="4104">
          <p15:clr>
            <a:srgbClr val="5ACBF0"/>
          </p15:clr>
        </p15:guide>
        <p15:guide id="12" pos="228">
          <p15:clr>
            <a:srgbClr val="5ACBF0"/>
          </p15:clr>
        </p15:guide>
        <p15:guide id="13" pos="2034">
          <p15:clr>
            <a:srgbClr val="F26B43"/>
          </p15:clr>
        </p15:guide>
        <p15:guide id="14" pos="2568">
          <p15:clr>
            <a:srgbClr val="F26B43"/>
          </p15:clr>
        </p15:guide>
        <p15:guide id="15" pos="3322">
          <p15:clr>
            <a:srgbClr val="F26B43"/>
          </p15:clr>
        </p15:guide>
        <p15:guide id="16" pos="3838">
          <p15:clr>
            <a:srgbClr val="F26B43"/>
          </p15:clr>
        </p15:guide>
        <p15:guide id="17" pos="4612">
          <p15:clr>
            <a:srgbClr val="F26B43"/>
          </p15:clr>
        </p15:guide>
        <p15:guide id="18" pos="5128">
          <p15:clr>
            <a:srgbClr val="F26B43"/>
          </p15:clr>
        </p15:guide>
        <p15:guide id="19" pos="5902">
          <p15:clr>
            <a:srgbClr val="F26B43"/>
          </p15:clr>
        </p15:guide>
        <p15:guide id="20" pos="6418">
          <p15:clr>
            <a:srgbClr val="F26B43"/>
          </p15:clr>
        </p15:guide>
        <p15:guide id="21" pos="7192">
          <p15:clr>
            <a:srgbClr val="F26B43"/>
          </p15:clr>
        </p15:guide>
        <p15:guide id="22" pos="744">
          <p15:clr>
            <a:srgbClr val="F26B43"/>
          </p15:clr>
        </p15:guide>
        <p15:guide id="23" pos="2292">
          <p15:clr>
            <a:srgbClr val="5ACBF0"/>
          </p15:clr>
        </p15:guide>
        <p15:guide id="24" pos="1002">
          <p15:clr>
            <a:srgbClr val="5ACBF0"/>
          </p15:clr>
        </p15:guide>
        <p15:guide id="25" pos="3582">
          <p15:clr>
            <a:srgbClr val="5ACBF0"/>
          </p15:clr>
        </p15:guide>
        <p15:guide id="26" pos="4870">
          <p15:clr>
            <a:srgbClr val="5ACBF0"/>
          </p15:clr>
        </p15:guide>
        <p15:guide id="27" pos="6160">
          <p15:clr>
            <a:srgbClr val="5ACBF0"/>
          </p15:clr>
        </p15:guide>
        <p15:guide id="28" pos="7440">
          <p15:clr>
            <a:srgbClr val="5ACBF0"/>
          </p15:clr>
        </p15:guide>
        <p15:guide id="29" pos="486">
          <p15:clr>
            <a:srgbClr val="A4A3A4"/>
          </p15:clr>
        </p15:guide>
        <p15:guide id="30" pos="1518">
          <p15:clr>
            <a:srgbClr val="A4A3A4"/>
          </p15:clr>
        </p15:guide>
        <p15:guide id="31" pos="1776">
          <p15:clr>
            <a:srgbClr val="A4A3A4"/>
          </p15:clr>
        </p15:guide>
        <p15:guide id="32" pos="2808">
          <p15:clr>
            <a:srgbClr val="A4A3A4"/>
          </p15:clr>
        </p15:guide>
        <p15:guide id="33" pos="3066">
          <p15:clr>
            <a:srgbClr val="A4A3A4"/>
          </p15:clr>
        </p15:guide>
        <p15:guide id="34" pos="4096">
          <p15:clr>
            <a:srgbClr val="A4A3A4"/>
          </p15:clr>
        </p15:guide>
        <p15:guide id="35" pos="4368">
          <p15:clr>
            <a:srgbClr val="A4A3A4"/>
          </p15:clr>
        </p15:guide>
        <p15:guide id="36" pos="5386">
          <p15:clr>
            <a:srgbClr val="A4A3A4"/>
          </p15:clr>
        </p15:guide>
        <p15:guide id="37" pos="5644">
          <p15:clr>
            <a:srgbClr val="A4A3A4"/>
          </p15:clr>
        </p15:guide>
        <p15:guide id="38" pos="6676">
          <p15:clr>
            <a:srgbClr val="A4A3A4"/>
          </p15:clr>
        </p15:guide>
        <p15:guide id="39" pos="6934">
          <p15:clr>
            <a:srgbClr val="A4A3A4"/>
          </p15:clr>
        </p15:guide>
        <p15:guide id="40" orient="horz" pos="744">
          <p15:clr>
            <a:srgbClr val="A4A3A4"/>
          </p15:clr>
        </p15:guide>
        <p15:guide id="41" orient="horz" pos="992">
          <p15:clr>
            <a:srgbClr val="A4A3A4"/>
          </p15:clr>
        </p15:guide>
        <p15:guide id="42" orient="horz" pos="2030">
          <p15:clr>
            <a:srgbClr val="A4A3A4"/>
          </p15:clr>
        </p15:guide>
        <p15:guide id="43" orient="horz" pos="2288">
          <p15:clr>
            <a:srgbClr val="A4A3A4"/>
          </p15:clr>
        </p15:guide>
        <p15:guide id="44" orient="horz" pos="3326">
          <p15:clr>
            <a:srgbClr val="A4A3A4"/>
          </p15:clr>
        </p15:guide>
        <p15:guide id="45" orient="horz" pos="3584">
          <p15:clr>
            <a:srgbClr val="A4A3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913121907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4" imgW="270" imgH="270" progId="TCLayout.ActiveDocument.1">
                  <p:embed/>
                </p:oleObj>
              </mc:Choice>
              <mc:Fallback>
                <p:oleObj name="think-cell Slide" r:id="rId2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765" y="4755288"/>
            <a:ext cx="817857" cy="200375"/>
          </a:xfrm>
          <a:prstGeom prst="rect">
            <a:avLst/>
          </a:prstGeom>
        </p:spPr>
      </p:pic>
      <p:sp>
        <p:nvSpPr>
          <p:cNvPr id="21" name="Rectangle 20"/>
          <p:cNvSpPr>
            <a:spLocks noGrp="1" noChangeArrowheads="1"/>
          </p:cNvSpPr>
          <p:nvPr/>
        </p:nvSpPr>
        <p:spPr bwMode="gray">
          <a:xfrm>
            <a:off x="4155948" y="4690608"/>
            <a:ext cx="832104" cy="2738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b" anchorCtr="0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58201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09AF01-7EFE-4A29-B021-8BA707099C41}" type="slidenum"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716F7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58201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716F7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60933" y="4688860"/>
            <a:ext cx="2310938" cy="2755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r" defTabSz="582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716F7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Amgen Proprietary—Internal Use Only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3538" y="1280162"/>
            <a:ext cx="8416782" cy="311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363539" y="440166"/>
            <a:ext cx="8416925" cy="49244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MSIPCMContentMarking" descr="{&quot;HashCode&quot;:2073836431,&quot;Placement&quot;:&quot;Footer&quot;,&quot;Top&quot;:519.343,&quot;Left&quot;:396.6059,&quot;SlideWidth&quot;:960,&quot;SlideHeight&quot;:540}">
            <a:extLst>
              <a:ext uri="{FF2B5EF4-FFF2-40B4-BE49-F238E27FC236}">
                <a16:creationId xmlns:a16="http://schemas.microsoft.com/office/drawing/2014/main" id="{7B89B914-1B0E-48F9-B55B-DA22EC62856C}"/>
              </a:ext>
            </a:extLst>
          </p:cNvPr>
          <p:cNvSpPr txBox="1"/>
          <p:nvPr userDrawn="1"/>
        </p:nvSpPr>
        <p:spPr>
          <a:xfrm>
            <a:off x="3777672" y="4987414"/>
            <a:ext cx="1588658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b="1">
                <a:solidFill>
                  <a:srgbClr val="000000"/>
                </a:solidFill>
                <a:latin typeface="Calibri" panose="020F0502020204030204" pitchFamily="34" charset="0"/>
              </a:rPr>
              <a:t>Internal Use Only General Business</a:t>
            </a:r>
          </a:p>
        </p:txBody>
      </p:sp>
    </p:spTree>
    <p:extLst>
      <p:ext uri="{BB962C8B-B14F-4D97-AF65-F5344CB8AC3E}">
        <p14:creationId xmlns:p14="http://schemas.microsoft.com/office/powerpoint/2010/main" val="337962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  <p:sldLayoutId id="2147483881" r:id="rId14"/>
    <p:sldLayoutId id="2147483882" r:id="rId15"/>
    <p:sldLayoutId id="2147483883" r:id="rId16"/>
    <p:sldLayoutId id="2147483884" r:id="rId17"/>
    <p:sldLayoutId id="2147483885" r:id="rId18"/>
    <p:sldLayoutId id="2147483886" r:id="rId19"/>
    <p:sldLayoutId id="2147483887" r:id="rId20"/>
    <p:sldLayoutId id="2147483888" r:id="rId21"/>
  </p:sldLayoutIdLst>
  <p:transition>
    <p:fade/>
  </p:transition>
  <p:hf hdr="0"/>
  <p:txStyles>
    <p:titleStyle>
      <a:lvl1pPr algn="l" defTabSz="285693" rtl="0" eaLnBrk="1" latinLnBrk="0" hangingPunct="1">
        <a:lnSpc>
          <a:spcPct val="100000"/>
        </a:lnSpc>
        <a:spcBef>
          <a:spcPct val="0"/>
        </a:spcBef>
        <a:buNone/>
        <a:defRPr sz="2600" b="1" kern="1200" cap="all" spc="0" baseline="0">
          <a:solidFill>
            <a:schemeClr val="accent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31764" indent="-231764" algn="l" defTabSz="285693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2200" b="1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457178" indent="-225413" algn="l" defTabSz="285693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–"/>
        <a:defRPr sz="2000" b="1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88941" indent="-231764" algn="l" defTabSz="285693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1800" b="1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914355" indent="-225413" algn="l" defTabSz="285693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90000"/>
        <a:buFont typeface="Arial" panose="020B0604020202020204" pitchFamily="34" charset="0"/>
        <a:buChar char="–"/>
        <a:defRPr sz="1600" b="1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84209" indent="-169855" algn="l" defTabSz="285693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90000"/>
        <a:buFont typeface="Arial" panose="020B0604020202020204" pitchFamily="34" charset="0"/>
        <a:buChar char="•"/>
        <a:defRPr sz="1400" b="1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4233" indent="0" algn="l" defTabSz="285693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None/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928503" indent="-71424" algn="l" defTabSz="285693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1071350" indent="-71424" algn="l" defTabSz="285693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214197" indent="-71424" algn="l" defTabSz="285693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1pPr>
      <a:lvl2pPr marL="142847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2pPr>
      <a:lvl3pPr marL="285693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3pPr>
      <a:lvl4pPr marL="428540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4pPr>
      <a:lvl5pPr marL="571387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5pPr>
      <a:lvl6pPr marL="714233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857080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999926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142773" algn="l" defTabSz="285693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1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270" imgH="270" progId="TCLayout.ActiveDocument.1">
                  <p:embed/>
                </p:oleObj>
              </mc:Choice>
              <mc:Fallback>
                <p:oleObj name="think-cell Slide" r:id="rId2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352C493-54C9-4F9B-AC62-35C9CA45F76A}"/>
              </a:ext>
            </a:extLst>
          </p:cNvPr>
          <p:cNvSpPr/>
          <p:nvPr userDrawn="1">
            <p:custDataLst>
              <p:tags r:id="rId22"/>
            </p:custDataLst>
          </p:nvPr>
        </p:nvSpPr>
        <p:spPr>
          <a:xfrm>
            <a:off x="1" y="1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600" b="1" i="0" baseline="0" dirty="0">
              <a:solidFill>
                <a:schemeClr val="bg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771" y="4755293"/>
            <a:ext cx="817857" cy="200375"/>
          </a:xfrm>
          <a:prstGeom prst="rect">
            <a:avLst/>
          </a:prstGeom>
        </p:spPr>
      </p:pic>
      <p:sp>
        <p:nvSpPr>
          <p:cNvPr id="21" name="Rectangle 20"/>
          <p:cNvSpPr>
            <a:spLocks noGrp="1" noChangeArrowheads="1"/>
          </p:cNvSpPr>
          <p:nvPr/>
        </p:nvSpPr>
        <p:spPr bwMode="gray">
          <a:xfrm>
            <a:off x="4155948" y="4690608"/>
            <a:ext cx="832104" cy="2738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b" anchorCtr="0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58203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09AF01-7EFE-4A29-B021-8BA707099C41}" type="slidenum"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716F7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582031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716F7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60933" y="4688860"/>
            <a:ext cx="2310938" cy="2755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716F7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Amgen Proprietary—Internal Use Only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3538" y="1280165"/>
            <a:ext cx="8416782" cy="311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363540" y="440177"/>
            <a:ext cx="8416925" cy="49244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MSIPCMContentMarking" descr="{&quot;HashCode&quot;:2073836431,&quot;Placement&quot;:&quot;Footer&quot;,&quot;Top&quot;:384.343,&quot;Left&quot;:276.6059,&quot;SlideWidth&quot;:720,&quot;SlideHeight&quot;:405}">
            <a:extLst>
              <a:ext uri="{FF2B5EF4-FFF2-40B4-BE49-F238E27FC236}">
                <a16:creationId xmlns:a16="http://schemas.microsoft.com/office/drawing/2014/main" id="{714CA69F-A2F8-49EF-A149-AB47B130AB13}"/>
              </a:ext>
            </a:extLst>
          </p:cNvPr>
          <p:cNvSpPr txBox="1"/>
          <p:nvPr userDrawn="1"/>
        </p:nvSpPr>
        <p:spPr>
          <a:xfrm>
            <a:off x="3512895" y="4935384"/>
            <a:ext cx="211821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0000"/>
                </a:solidFill>
                <a:latin typeface="Calibri" panose="020F0502020204030204" pitchFamily="34" charset="0"/>
              </a:rPr>
              <a:t>Internal Use Only General Business</a:t>
            </a:r>
          </a:p>
        </p:txBody>
      </p:sp>
    </p:spTree>
    <p:extLst>
      <p:ext uri="{BB962C8B-B14F-4D97-AF65-F5344CB8AC3E}">
        <p14:creationId xmlns:p14="http://schemas.microsoft.com/office/powerpoint/2010/main" val="302042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  <p:sldLayoutId id="2147483902" r:id="rId12"/>
    <p:sldLayoutId id="2147483903" r:id="rId13"/>
    <p:sldLayoutId id="2147483904" r:id="rId14"/>
    <p:sldLayoutId id="2147483905" r:id="rId15"/>
    <p:sldLayoutId id="2147483906" r:id="rId16"/>
    <p:sldLayoutId id="2147483907" r:id="rId17"/>
    <p:sldLayoutId id="2147483908" r:id="rId18"/>
    <p:sldLayoutId id="2147483909" r:id="rId19"/>
  </p:sldLayoutIdLst>
  <p:transition>
    <p:fade/>
  </p:transition>
  <p:hf hdr="0"/>
  <p:txStyles>
    <p:titleStyle>
      <a:lvl1pPr algn="l" defTabSz="285700" rtl="0" eaLnBrk="1" latinLnBrk="0" hangingPunct="1">
        <a:lnSpc>
          <a:spcPct val="100000"/>
        </a:lnSpc>
        <a:spcBef>
          <a:spcPct val="0"/>
        </a:spcBef>
        <a:buNone/>
        <a:defRPr sz="2600" b="1" kern="1200" cap="all" spc="0" baseline="0">
          <a:solidFill>
            <a:schemeClr val="accent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31770" indent="-231770" algn="l" defTabSz="2857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2200" b="1" kern="1200" spc="0" baseline="0">
          <a:solidFill>
            <a:schemeClr val="tx1"/>
          </a:solidFill>
          <a:latin typeface="+mj-lt"/>
          <a:ea typeface="+mn-ea"/>
          <a:cs typeface="+mn-cs"/>
        </a:defRPr>
      </a:lvl1pPr>
      <a:lvl2pPr marL="457189" indent="-225419" algn="l" defTabSz="28570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–"/>
        <a:defRPr sz="2000" b="1" kern="1200" spc="0" baseline="0">
          <a:solidFill>
            <a:schemeClr val="tx1"/>
          </a:solidFill>
          <a:latin typeface="+mj-lt"/>
          <a:ea typeface="+mn-ea"/>
          <a:cs typeface="+mn-cs"/>
        </a:defRPr>
      </a:lvl2pPr>
      <a:lvl3pPr marL="688958" indent="-231770" algn="l" defTabSz="28570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1800" b="1" kern="1200" spc="0" baseline="0">
          <a:solidFill>
            <a:schemeClr val="tx1"/>
          </a:solidFill>
          <a:latin typeface="+mj-lt"/>
          <a:ea typeface="+mn-ea"/>
          <a:cs typeface="+mn-cs"/>
        </a:defRPr>
      </a:lvl3pPr>
      <a:lvl4pPr marL="914378" indent="-225419" algn="l" defTabSz="2857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90000"/>
        <a:buFont typeface="Arial" panose="020B0604020202020204" pitchFamily="34" charset="0"/>
        <a:buChar char="–"/>
        <a:defRPr sz="1600" b="1" kern="1200" baseline="0">
          <a:solidFill>
            <a:schemeClr val="tx1"/>
          </a:solidFill>
          <a:latin typeface="+mj-lt"/>
          <a:ea typeface="+mn-ea"/>
          <a:cs typeface="+mn-cs"/>
        </a:defRPr>
      </a:lvl4pPr>
      <a:lvl5pPr marL="1084236" indent="-169859" algn="l" defTabSz="2857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90000"/>
        <a:buFont typeface="Arial" panose="020B0604020202020204" pitchFamily="34" charset="0"/>
        <a:buChar char="•"/>
        <a:defRPr sz="1400" b="1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714251" indent="0" algn="l" defTabSz="285700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None/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928526" indent="-71426" algn="l" defTabSz="285700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1071377" indent="-71426" algn="l" defTabSz="285700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214227" indent="-71426" algn="l" defTabSz="285700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1pPr>
      <a:lvl2pPr marL="142850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2pPr>
      <a:lvl3pPr marL="285700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3pPr>
      <a:lvl4pPr marL="428550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4pPr>
      <a:lvl5pPr marL="571401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5pPr>
      <a:lvl6pPr marL="714251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857101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999951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142801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2824519648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4" imgW="270" imgH="270" progId="TCLayout.ActiveDocument.1">
                  <p:embed/>
                </p:oleObj>
              </mc:Choice>
              <mc:Fallback>
                <p:oleObj name="think-cell Slide" r:id="rId2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764" y="4755287"/>
            <a:ext cx="817857" cy="200375"/>
          </a:xfrm>
          <a:prstGeom prst="rect">
            <a:avLst/>
          </a:prstGeom>
        </p:spPr>
      </p:pic>
      <p:sp>
        <p:nvSpPr>
          <p:cNvPr id="21" name="Rectangle 20"/>
          <p:cNvSpPr>
            <a:spLocks noGrp="1" noChangeArrowheads="1"/>
          </p:cNvSpPr>
          <p:nvPr/>
        </p:nvSpPr>
        <p:spPr bwMode="gray">
          <a:xfrm>
            <a:off x="4155948" y="4690608"/>
            <a:ext cx="832104" cy="2738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b" anchorCtr="0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58203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09AF01-7EFE-4A29-B021-8BA707099C41}" type="slidenum"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716F7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582031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716F7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60933" y="4688860"/>
            <a:ext cx="2310938" cy="27559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r" defTabSz="5820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716F7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Amgen Proprietary—Internal Use Only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3538" y="1280161"/>
            <a:ext cx="8416782" cy="311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363538" y="440165"/>
            <a:ext cx="8416925" cy="49244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MSIPCMContentMarking" descr="{&quot;HashCode&quot;:1091620171,&quot;Placement&quot;:&quot;Footer&quot;,&quot;Top&quot;:384.343,&quot;Left&quot;:285.4145,&quot;SlideWidth&quot;:720,&quot;SlideHeight&quot;:405}">
            <a:extLst>
              <a:ext uri="{FF2B5EF4-FFF2-40B4-BE49-F238E27FC236}">
                <a16:creationId xmlns:a16="http://schemas.microsoft.com/office/drawing/2014/main" id="{25C0BBF6-2602-4956-AF55-5A93A34354E9}"/>
              </a:ext>
            </a:extLst>
          </p:cNvPr>
          <p:cNvSpPr txBox="1"/>
          <p:nvPr userDrawn="1"/>
        </p:nvSpPr>
        <p:spPr>
          <a:xfrm>
            <a:off x="3624765" y="4935384"/>
            <a:ext cx="1894472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000000"/>
                </a:solidFill>
                <a:latin typeface="Calibri" panose="020F0502020204030204" pitchFamily="34" charset="0"/>
              </a:rPr>
              <a:t>Confidential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309851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  <p:sldLayoutId id="2147483929" r:id="rId18"/>
    <p:sldLayoutId id="2147483930" r:id="rId19"/>
    <p:sldLayoutId id="2147483931" r:id="rId20"/>
    <p:sldLayoutId id="2147483932" r:id="rId21"/>
  </p:sldLayoutIdLst>
  <p:transition>
    <p:fade/>
  </p:transition>
  <p:hf hdr="0"/>
  <p:txStyles>
    <p:titleStyle>
      <a:lvl1pPr algn="l" defTabSz="285700" rtl="0" eaLnBrk="1" latinLnBrk="0" hangingPunct="1">
        <a:lnSpc>
          <a:spcPct val="100000"/>
        </a:lnSpc>
        <a:spcBef>
          <a:spcPct val="0"/>
        </a:spcBef>
        <a:buNone/>
        <a:defRPr sz="2600" b="1" kern="1200" cap="all" spc="0" baseline="0">
          <a:solidFill>
            <a:schemeClr val="accent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31770" indent="-231770" algn="l" defTabSz="2857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2200" b="1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-225419" algn="l" defTabSz="28570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–"/>
        <a:defRPr sz="2000" b="1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88958" indent="-231770" algn="l" defTabSz="28570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sz="1800" b="1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914378" indent="-225419" algn="l" defTabSz="2857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90000"/>
        <a:buFont typeface="Arial" panose="020B0604020202020204" pitchFamily="34" charset="0"/>
        <a:buChar char="–"/>
        <a:defRPr sz="1600" b="1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84236" indent="-169859" algn="l" defTabSz="2857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90000"/>
        <a:buFont typeface="Arial" panose="020B0604020202020204" pitchFamily="34" charset="0"/>
        <a:buChar char="•"/>
        <a:defRPr sz="1400" b="1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4251" indent="0" algn="l" defTabSz="285700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None/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928526" indent="-71426" algn="l" defTabSz="285700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1071377" indent="-71426" algn="l" defTabSz="285700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214227" indent="-71426" algn="l" defTabSz="285700" rtl="0" eaLnBrk="1" latinLnBrk="0" hangingPunct="1">
        <a:lnSpc>
          <a:spcPct val="90000"/>
        </a:lnSpc>
        <a:spcBef>
          <a:spcPts val="156"/>
        </a:spcBef>
        <a:buFont typeface="Arial" panose="020B0604020202020204" pitchFamily="34" charset="0"/>
        <a:buChar char="•"/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1pPr>
      <a:lvl2pPr marL="142850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2pPr>
      <a:lvl3pPr marL="285700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3pPr>
      <a:lvl4pPr marL="428550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4pPr>
      <a:lvl5pPr marL="571401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5pPr>
      <a:lvl6pPr marL="714251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6pPr>
      <a:lvl7pPr marL="857101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7pPr>
      <a:lvl8pPr marL="999951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8pPr>
      <a:lvl9pPr marL="1142801" algn="l" defTabSz="285700" rtl="0" eaLnBrk="1" latinLnBrk="0" hangingPunct="1">
        <a:defRPr sz="5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23509" y="4839979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Amgen Proprietary—Internal Use Only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10CD0D-CB55-7448-BC17-A7AD0ADCCD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3300" y="4839979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E1E0BF17-A182-4E06-BD23-4928AAA22A3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MSIPCMContentMarking" descr="{&quot;HashCode&quot;:1973458532,&quot;Placement&quot;:&quot;Footer&quot;,&quot;Top&quot;:384.343,&quot;Left&quot;:254.896927,&quot;SlideWidth&quot;:720,&quot;SlideHeight&quot;:405}">
            <a:extLst>
              <a:ext uri="{FF2B5EF4-FFF2-40B4-BE49-F238E27FC236}">
                <a16:creationId xmlns:a16="http://schemas.microsoft.com/office/drawing/2014/main" id="{51482BF2-2AB6-4AD8-90A4-F77474CD5793}"/>
              </a:ext>
            </a:extLst>
          </p:cNvPr>
          <p:cNvSpPr txBox="1"/>
          <p:nvPr userDrawn="1"/>
        </p:nvSpPr>
        <p:spPr>
          <a:xfrm>
            <a:off x="3237191" y="4881156"/>
            <a:ext cx="2669618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  <a:latin typeface="Calibri" panose="020F0502020204030204" pitchFamily="34" charset="0"/>
              </a:rPr>
              <a:t>Internal Use Only General and Administrative</a:t>
            </a:r>
          </a:p>
        </p:txBody>
      </p:sp>
    </p:spTree>
    <p:extLst>
      <p:ext uri="{BB962C8B-B14F-4D97-AF65-F5344CB8AC3E}">
        <p14:creationId xmlns:p14="http://schemas.microsoft.com/office/powerpoint/2010/main" val="195703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6">
          <p15:clr>
            <a:srgbClr val="F26B43"/>
          </p15:clr>
        </p15:guide>
        <p15:guide id="2" pos="262">
          <p15:clr>
            <a:srgbClr val="F26B43"/>
          </p15:clr>
        </p15:guide>
        <p15:guide id="3" pos="785">
          <p15:clr>
            <a:srgbClr val="F26B43"/>
          </p15:clr>
        </p15:guide>
        <p15:guide id="4" pos="1309">
          <p15:clr>
            <a:srgbClr val="F26B43"/>
          </p15:clr>
        </p15:guide>
        <p15:guide id="5" pos="1872">
          <p15:clr>
            <a:srgbClr val="F26B43"/>
          </p15:clr>
        </p15:guide>
        <p15:guide id="6" pos="2357">
          <p15:clr>
            <a:srgbClr val="F26B43"/>
          </p15:clr>
        </p15:guide>
        <p15:guide id="7" pos="2880">
          <p15:clr>
            <a:srgbClr val="F26B43"/>
          </p15:clr>
        </p15:guide>
        <p15:guide id="8" pos="3404">
          <p15:clr>
            <a:srgbClr val="F26B43"/>
          </p15:clr>
        </p15:guide>
        <p15:guide id="9" pos="3927">
          <p15:clr>
            <a:srgbClr val="F26B43"/>
          </p15:clr>
        </p15:guide>
        <p15:guide id="10" pos="4451">
          <p15:clr>
            <a:srgbClr val="F26B43"/>
          </p15:clr>
        </p15:guide>
        <p15:guide id="11" pos="4975">
          <p15:clr>
            <a:srgbClr val="F26B43"/>
          </p15:clr>
        </p15:guide>
        <p15:guide id="12" pos="5498">
          <p15:clr>
            <a:srgbClr val="F26B43"/>
          </p15:clr>
        </p15:guide>
        <p15:guide id="13" orient="horz" pos="667">
          <p15:clr>
            <a:srgbClr val="F26B43"/>
          </p15:clr>
        </p15:guide>
        <p15:guide id="14" orient="horz" pos="1049">
          <p15:clr>
            <a:srgbClr val="F26B43"/>
          </p15:clr>
        </p15:guide>
        <p15:guide id="15" orient="horz" pos="1430">
          <p15:clr>
            <a:srgbClr val="F26B43"/>
          </p15:clr>
        </p15:guide>
        <p15:guide id="16" orient="horz" pos="1811">
          <p15:clr>
            <a:srgbClr val="F26B43"/>
          </p15:clr>
        </p15:guide>
        <p15:guide id="17" orient="horz" pos="2192">
          <p15:clr>
            <a:srgbClr val="F26B43"/>
          </p15:clr>
        </p15:guide>
        <p15:guide id="18" orient="horz" pos="2573">
          <p15:clr>
            <a:srgbClr val="F26B43"/>
          </p15:clr>
        </p15:guide>
        <p15:guide id="19" orient="horz" pos="2954">
          <p15:clr>
            <a:srgbClr val="F26B43"/>
          </p15:clr>
        </p15:guide>
        <p15:guide id="20" orient="horz" pos="4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12" Type="http://schemas.microsoft.com/office/2007/relationships/hdphoto" Target="../media/hdphoto5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9.xml"/><Relationship Id="rId6" Type="http://schemas.microsoft.com/office/2007/relationships/hdphoto" Target="../media/hdphoto2.wdp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5" Type="http://schemas.openxmlformats.org/officeDocument/2006/relationships/image" Target="../media/image43.jpe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39.png"/><Relationship Id="rId1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A91F4F-E5FF-F29A-064D-195E5A4B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30" y="6961"/>
            <a:ext cx="7693427" cy="630942"/>
          </a:xfrm>
        </p:spPr>
        <p:txBody>
          <a:bodyPr anchor="t" anchorCtr="0"/>
          <a:lstStyle/>
          <a:p>
            <a:r>
              <a:rPr lang="en-US" sz="2100" dirty="0">
                <a:latin typeface="Century Gothic" panose="020B0502020202020204" pitchFamily="34" charset="0"/>
              </a:rPr>
              <a:t>James Lim – Specialist Data Scientist</a:t>
            </a:r>
            <a:br>
              <a:rPr lang="en-US" dirty="0">
                <a:latin typeface="Century Gothic" panose="020B0502020202020204" pitchFamily="34" charset="0"/>
              </a:rPr>
            </a:br>
            <a:r>
              <a:rPr lang="en-US" sz="1000" b="0" dirty="0">
                <a:solidFill>
                  <a:schemeClr val="tx1"/>
                </a:solidFill>
              </a:rPr>
              <a:t> A results-driven data scientist with over 9 years of experience, including leadership roles, specializing in AI/ML model development, NLP, GenAI, and time-series analysis, delivering scalable, impactful solutions across diverse industries.</a:t>
            </a:r>
            <a:endParaRPr lang="en-US" sz="10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D49DE6-E653-1843-BD06-0CD9C588C7ED}"/>
              </a:ext>
            </a:extLst>
          </p:cNvPr>
          <p:cNvCxnSpPr>
            <a:cxnSpLocks/>
          </p:cNvCxnSpPr>
          <p:nvPr/>
        </p:nvCxnSpPr>
        <p:spPr>
          <a:xfrm>
            <a:off x="190622" y="1059186"/>
            <a:ext cx="7693427" cy="0"/>
          </a:xfrm>
          <a:prstGeom prst="line">
            <a:avLst/>
          </a:prstGeom>
          <a:ln w="12700" cap="rnd">
            <a:solidFill>
              <a:schemeClr val="accent1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E1B21916-B346-67BD-050F-83DC79E9EEB2}"/>
              </a:ext>
            </a:extLst>
          </p:cNvPr>
          <p:cNvSpPr txBox="1">
            <a:spLocks/>
          </p:cNvSpPr>
          <p:nvPr/>
        </p:nvSpPr>
        <p:spPr>
          <a:xfrm>
            <a:off x="330082" y="628393"/>
            <a:ext cx="2508954" cy="23919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192024" indent="-192024" algn="l" defTabSz="28450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tabLst/>
              <a:defRPr sz="1500" b="0" kern="1200" spc="8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10766" indent="-205740" algn="l" defTabSz="28450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tabLst/>
              <a:defRPr sz="1350" b="0" kern="1200" spc="8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548640" indent="-137160" algn="l" defTabSz="28450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SzPct val="90000"/>
              <a:buFont typeface="System Font Regular"/>
              <a:buChar char="–"/>
              <a:tabLst/>
              <a:defRPr sz="1200" b="0" kern="1200" spc="8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685800" indent="-137160" algn="l" defTabSz="28450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tabLst/>
              <a:defRPr sz="900" b="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781812" indent="-96012" algn="l" defTabSz="28450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tabLst/>
              <a:defRPr sz="7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4091" indent="0" algn="l" defTabSz="285636" rtl="0" eaLnBrk="1" latinLnBrk="0" hangingPunct="1">
              <a:lnSpc>
                <a:spcPct val="90000"/>
              </a:lnSpc>
              <a:spcBef>
                <a:spcPts val="156"/>
              </a:spcBef>
              <a:buFont typeface="Arial" panose="020B0604020202020204" pitchFamily="34" charset="0"/>
              <a:buNone/>
              <a:defRPr sz="5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28317" indent="-71410" algn="l" defTabSz="285636" rtl="0" eaLnBrk="1" latinLnBrk="0" hangingPunct="1">
              <a:lnSpc>
                <a:spcPct val="90000"/>
              </a:lnSpc>
              <a:spcBef>
                <a:spcPts val="156"/>
              </a:spcBef>
              <a:buFont typeface="Arial" panose="020B0604020202020204" pitchFamily="34" charset="0"/>
              <a:buChar char="•"/>
              <a:defRPr sz="5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71136" indent="-71410" algn="l" defTabSz="285636" rtl="0" eaLnBrk="1" latinLnBrk="0" hangingPunct="1">
              <a:lnSpc>
                <a:spcPct val="90000"/>
              </a:lnSpc>
              <a:spcBef>
                <a:spcPts val="156"/>
              </a:spcBef>
              <a:buFont typeface="Arial" panose="020B0604020202020204" pitchFamily="34" charset="0"/>
              <a:buChar char="•"/>
              <a:defRPr sz="5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13954" indent="-71410" algn="l" defTabSz="285636" rtl="0" eaLnBrk="1" latinLnBrk="0" hangingPunct="1">
              <a:lnSpc>
                <a:spcPct val="90000"/>
              </a:lnSpc>
              <a:spcBef>
                <a:spcPts val="156"/>
              </a:spcBef>
              <a:buFont typeface="Arial" panose="020B0604020202020204" pitchFamily="34" charset="0"/>
              <a:buChar char="•"/>
              <a:defRPr sz="5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50" b="1" u="sng" dirty="0">
                <a:solidFill>
                  <a:schemeClr val="accent1"/>
                </a:solidFill>
              </a:rPr>
              <a:t>Experience and Career Roadmap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1A98E34-A8F8-0E4C-3E8A-6B3D312A6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177869"/>
              </p:ext>
            </p:extLst>
          </p:nvPr>
        </p:nvGraphicFramePr>
        <p:xfrm>
          <a:off x="2708592" y="3713499"/>
          <a:ext cx="5209057" cy="8153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764876">
                  <a:extLst>
                    <a:ext uri="{9D8B030D-6E8A-4147-A177-3AD203B41FA5}">
                      <a16:colId xmlns:a16="http://schemas.microsoft.com/office/drawing/2014/main" val="539890919"/>
                    </a:ext>
                  </a:extLst>
                </a:gridCol>
                <a:gridCol w="1816784">
                  <a:extLst>
                    <a:ext uri="{9D8B030D-6E8A-4147-A177-3AD203B41FA5}">
                      <a16:colId xmlns:a16="http://schemas.microsoft.com/office/drawing/2014/main" val="374499419"/>
                    </a:ext>
                  </a:extLst>
                </a:gridCol>
                <a:gridCol w="1627397">
                  <a:extLst>
                    <a:ext uri="{9D8B030D-6E8A-4147-A177-3AD203B41FA5}">
                      <a16:colId xmlns:a16="http://schemas.microsoft.com/office/drawing/2014/main" val="2767086111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l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       Development Areas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718675"/>
                  </a:ext>
                </a:extLst>
              </a:tr>
              <a:tr h="167911">
                <a:tc>
                  <a:txBody>
                    <a:bodyPr/>
                    <a:lstStyle/>
                    <a:p>
                      <a:pPr marL="0" marR="0" lvl="0" indent="0" algn="l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1" dirty="0">
                          <a:solidFill>
                            <a:schemeClr val="tx1"/>
                          </a:solidFill>
                        </a:rPr>
                        <a:t>Domain Expertise &amp; Business Alignment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650" b="0" dirty="0"/>
                        <a:t>Regulated environment expertise.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650" b="0" dirty="0"/>
                        <a:t>Domain knowledge in biologics manufacturing.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650" b="0" dirty="0"/>
                        <a:t>Business acumen.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1" dirty="0">
                          <a:solidFill>
                            <a:schemeClr val="tx1"/>
                          </a:solidFill>
                        </a:rPr>
                        <a:t>Advanced Technical Skills</a:t>
                      </a:r>
                    </a:p>
                    <a:p>
                      <a:pPr marL="111125" indent="-111125">
                        <a:buFont typeface="Arial" pitchFamily="34" charset="0"/>
                        <a:buChar char="•"/>
                      </a:pPr>
                      <a:r>
                        <a:rPr lang="en-US" sz="650" b="0" dirty="0"/>
                        <a:t>Cutting-edge AI/ML Techniques.</a:t>
                      </a:r>
                    </a:p>
                    <a:p>
                      <a:pPr marL="111125" indent="-111125">
                        <a:buFont typeface="Arial" pitchFamily="34" charset="0"/>
                        <a:buChar char="•"/>
                      </a:pPr>
                      <a:r>
                        <a:rPr lang="en-US" sz="650" b="0" dirty="0"/>
                        <a:t>Broader </a:t>
                      </a:r>
                      <a:r>
                        <a:rPr lang="en-US" sz="650" b="0" dirty="0" err="1"/>
                        <a:t>GenAI</a:t>
                      </a:r>
                      <a:r>
                        <a:rPr lang="en-US" sz="650" b="0" dirty="0"/>
                        <a:t> applications.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1" dirty="0">
                          <a:solidFill>
                            <a:schemeClr val="tx1"/>
                          </a:solidFill>
                        </a:rPr>
                        <a:t>Leadership &amp; Collaboration</a:t>
                      </a:r>
                    </a:p>
                    <a:p>
                      <a:pPr marL="111125" indent="-111125">
                        <a:buFont typeface="Arial" pitchFamily="34" charset="0"/>
                        <a:buChar char="•"/>
                      </a:pPr>
                      <a:r>
                        <a:rPr lang="en-US" sz="650" b="0" dirty="0"/>
                        <a:t>Data governance &amp; strategy.</a:t>
                      </a:r>
                    </a:p>
                    <a:p>
                      <a:pPr marL="111125" indent="-111125">
                        <a:buFont typeface="Arial" pitchFamily="34" charset="0"/>
                        <a:buChar char="•"/>
                      </a:pPr>
                      <a:r>
                        <a:rPr lang="en-US" sz="650" b="0" dirty="0"/>
                        <a:t>Soft skills &amp; global collaboration.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401491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7BC732E-775F-4E6C-E4C5-F063180D5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567519"/>
              </p:ext>
            </p:extLst>
          </p:nvPr>
        </p:nvGraphicFramePr>
        <p:xfrm>
          <a:off x="147971" y="1128699"/>
          <a:ext cx="7736076" cy="10972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49894">
                  <a:extLst>
                    <a:ext uri="{9D8B030D-6E8A-4147-A177-3AD203B41FA5}">
                      <a16:colId xmlns:a16="http://schemas.microsoft.com/office/drawing/2014/main" val="3626254329"/>
                    </a:ext>
                  </a:extLst>
                </a:gridCol>
                <a:gridCol w="2484783">
                  <a:extLst>
                    <a:ext uri="{9D8B030D-6E8A-4147-A177-3AD203B41FA5}">
                      <a16:colId xmlns:a16="http://schemas.microsoft.com/office/drawing/2014/main" val="2039246563"/>
                    </a:ext>
                  </a:extLst>
                </a:gridCol>
                <a:gridCol w="2601399">
                  <a:extLst>
                    <a:ext uri="{9D8B030D-6E8A-4147-A177-3AD203B41FA5}">
                      <a16:colId xmlns:a16="http://schemas.microsoft.com/office/drawing/2014/main" val="3010741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dirty="0"/>
                        <a:t>AI Intern (</a:t>
                      </a:r>
                      <a:r>
                        <a:rPr lang="en-US" sz="800" dirty="0" err="1"/>
                        <a:t>GenAI</a:t>
                      </a:r>
                      <a:r>
                        <a:rPr lang="en-US" sz="800" dirty="0"/>
                        <a:t> - Time Series)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 panose="020F0302020204030204"/>
                          <a:ea typeface="+mn-ea"/>
                          <a:cs typeface="+mn-cs"/>
                        </a:rPr>
                        <a:t>AI Intern (NLP – Large Language Models)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 panose="020F0302020204030204"/>
                          <a:ea typeface="+mn-ea"/>
                          <a:cs typeface="+mn-cs"/>
                        </a:rPr>
                        <a:t>Specialist Data Scientist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358992"/>
                  </a:ext>
                </a:extLst>
              </a:tr>
              <a:tr h="782197">
                <a:tc>
                  <a:txBody>
                    <a:bodyPr/>
                    <a:lstStyle/>
                    <a:p>
                      <a:pPr marL="88900" indent="-8890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650" dirty="0"/>
                        <a:t>Developed Generative AI solutions using cloud computing by building a predictive maintenance model which reduced downtime and costs</a:t>
                      </a:r>
                    </a:p>
                    <a:p>
                      <a:pPr marL="88900" indent="-8890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650" dirty="0"/>
                        <a:t>Designed a real-time GUI dashboard for anomaly detection to improve operational efficiency and ML monitoring.</a:t>
                      </a:r>
                    </a:p>
                    <a:p>
                      <a:pPr marL="88900" indent="-88900" algn="just">
                        <a:buFont typeface="Arial" panose="020B0604020202020204" pitchFamily="34" charset="0"/>
                        <a:buChar char="•"/>
                      </a:pPr>
                      <a:endParaRPr lang="en-SG" sz="6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indent="-8890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650" dirty="0"/>
                        <a:t>Developed data layer capabilities for trustworthy AI by creating a pipeline comprising of NLP libraries to evaluate and optimize benchmark datasets through adaptive sampling techniques.</a:t>
                      </a:r>
                    </a:p>
                    <a:p>
                      <a:pPr marL="88900" indent="-8890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650" dirty="0"/>
                        <a:t>Co-authored award-winning papers at 2024 ICLR and ACM, showcasing innovative strategies for data-efficient evaluations and improving LLM pipeline optimization metrics.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endParaRPr lang="en-US" sz="6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935887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48847C6-3285-50F2-1B4B-402E6E83AD17}"/>
              </a:ext>
            </a:extLst>
          </p:cNvPr>
          <p:cNvSpPr txBox="1"/>
          <p:nvPr/>
        </p:nvSpPr>
        <p:spPr>
          <a:xfrm>
            <a:off x="55244" y="929355"/>
            <a:ext cx="414910" cy="20005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700" dirty="0">
                <a:solidFill>
                  <a:srgbClr val="000000"/>
                </a:solidFill>
                <a:latin typeface="Century Gothic" panose="020B0502020202020204" pitchFamily="34" charset="0"/>
              </a:rPr>
              <a:t>2023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4BE58F-B2ED-E62A-35CF-E415E4B27787}"/>
              </a:ext>
            </a:extLst>
          </p:cNvPr>
          <p:cNvSpPr txBox="1"/>
          <p:nvPr/>
        </p:nvSpPr>
        <p:spPr>
          <a:xfrm>
            <a:off x="2597354" y="918566"/>
            <a:ext cx="403930" cy="20005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700" dirty="0">
                <a:solidFill>
                  <a:srgbClr val="000000"/>
                </a:solidFill>
                <a:latin typeface="Century Gothic" panose="020B0502020202020204" pitchFamily="34" charset="0"/>
              </a:rPr>
              <a:t>2024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DCBDA5-F500-02C7-09E7-DBA455DCF25B}"/>
              </a:ext>
            </a:extLst>
          </p:cNvPr>
          <p:cNvSpPr txBox="1"/>
          <p:nvPr/>
        </p:nvSpPr>
        <p:spPr>
          <a:xfrm>
            <a:off x="5068770" y="923734"/>
            <a:ext cx="403930" cy="20005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700" dirty="0">
                <a:solidFill>
                  <a:srgbClr val="000000"/>
                </a:solidFill>
                <a:latin typeface="Century Gothic" panose="020B0502020202020204" pitchFamily="34" charset="0"/>
              </a:rPr>
              <a:t>2024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4A6BEA-5523-C1A3-2F47-F3A5E683ECA2}"/>
              </a:ext>
            </a:extLst>
          </p:cNvPr>
          <p:cNvSpPr txBox="1"/>
          <p:nvPr/>
        </p:nvSpPr>
        <p:spPr>
          <a:xfrm>
            <a:off x="7393039" y="919350"/>
            <a:ext cx="505878" cy="20005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700" dirty="0">
                <a:solidFill>
                  <a:srgbClr val="000000"/>
                </a:solidFill>
                <a:latin typeface="Century Gothic" panose="020B0502020202020204" pitchFamily="34" charset="0"/>
              </a:rPr>
              <a:t>Present</a:t>
            </a:r>
          </a:p>
        </p:txBody>
      </p:sp>
      <p:pic>
        <p:nvPicPr>
          <p:cNvPr id="1030" name="Picture 1029">
            <a:extLst>
              <a:ext uri="{FF2B5EF4-FFF2-40B4-BE49-F238E27FC236}">
                <a16:creationId xmlns:a16="http://schemas.microsoft.com/office/drawing/2014/main" id="{3C5F21BD-C067-42B9-B6CD-E75B98B4743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2308" y1="16721" x2="12308" y2="16721"/>
                        <a14:foregroundMark x1="37179" y1="46885" x2="37179" y2="468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08592" y="3679491"/>
            <a:ext cx="337309" cy="263793"/>
          </a:xfrm>
          <a:prstGeom prst="rect">
            <a:avLst/>
          </a:prstGeom>
        </p:spPr>
      </p:pic>
      <p:graphicFrame>
        <p:nvGraphicFramePr>
          <p:cNvPr id="1031" name="Table 1030">
            <a:extLst>
              <a:ext uri="{FF2B5EF4-FFF2-40B4-BE49-F238E27FC236}">
                <a16:creationId xmlns:a16="http://schemas.microsoft.com/office/drawing/2014/main" id="{9CAB52CC-A7E5-187E-3DE0-A83350EFE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182653"/>
              </p:ext>
            </p:extLst>
          </p:nvPr>
        </p:nvGraphicFramePr>
        <p:xfrm>
          <a:off x="2708592" y="4627649"/>
          <a:ext cx="5209057" cy="42672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5209057">
                  <a:extLst>
                    <a:ext uri="{9D8B030D-6E8A-4147-A177-3AD203B41FA5}">
                      <a16:colId xmlns:a16="http://schemas.microsoft.com/office/drawing/2014/main" val="4293498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SG" sz="800" dirty="0"/>
                        <a:t>     Mobility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81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Availability to move, travel or relocate internationally.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26992"/>
                  </a:ext>
                </a:extLst>
              </a:tr>
            </a:tbl>
          </a:graphicData>
        </a:graphic>
      </p:graphicFrame>
      <p:pic>
        <p:nvPicPr>
          <p:cNvPr id="1033" name="Picture 1032">
            <a:extLst>
              <a:ext uri="{FF2B5EF4-FFF2-40B4-BE49-F238E27FC236}">
                <a16:creationId xmlns:a16="http://schemas.microsoft.com/office/drawing/2014/main" id="{E9444939-86FE-17BD-E673-EAFE9A75B24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4537" y1="58644" x2="34537" y2="586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51410" y="3550901"/>
            <a:ext cx="319659" cy="2128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597155-E38E-8E2E-8934-50B38BC6853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1071" y1="58462" x2="41071" y2="58462"/>
                        <a14:foregroundMark x1="38776" y1="68974" x2="38776" y2="68974"/>
                        <a14:foregroundMark x1="45153" y1="83077" x2="45153" y2="83077"/>
                        <a14:foregroundMark x1="31378" y1="80000" x2="31378" y2="80000"/>
                        <a14:foregroundMark x1="62755" y1="63846" x2="62755" y2="63846"/>
                        <a14:foregroundMark x1="77551" y1="38718" x2="77551" y2="38718"/>
                        <a14:foregroundMark x1="81122" y1="17949" x2="81122" y2="17949"/>
                        <a14:foregroundMark x1="76786" y1="29487" x2="76786" y2="294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0716" y="590234"/>
            <a:ext cx="331314" cy="32962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C644F7-8E4A-986B-3B0F-F38990795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104763"/>
              </p:ext>
            </p:extLst>
          </p:nvPr>
        </p:nvGraphicFramePr>
        <p:xfrm>
          <a:off x="120716" y="3713499"/>
          <a:ext cx="2509772" cy="134087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2509772">
                  <a:extLst>
                    <a:ext uri="{9D8B030D-6E8A-4147-A177-3AD203B41FA5}">
                      <a16:colId xmlns:a16="http://schemas.microsoft.com/office/drawing/2014/main" val="2771073755"/>
                    </a:ext>
                  </a:extLst>
                </a:gridCol>
              </a:tblGrid>
              <a:tr h="23387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SG" sz="700" dirty="0"/>
                        <a:t>     </a:t>
                      </a:r>
                      <a:r>
                        <a:rPr lang="en-SG" sz="900" dirty="0"/>
                        <a:t>Key Skills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220875"/>
                  </a:ext>
                </a:extLst>
              </a:tr>
              <a:tr h="1106997">
                <a:tc>
                  <a:txBody>
                    <a:bodyPr/>
                    <a:lstStyle/>
                    <a:p>
                      <a:pPr marL="90488" indent="-90488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/>
                        <a:t>Proficient in developing and deploying ML models, NLP technologies, </a:t>
                      </a:r>
                      <a:r>
                        <a:rPr lang="en-US" sz="600" dirty="0" err="1"/>
                        <a:t>GenAI</a:t>
                      </a:r>
                      <a:r>
                        <a:rPr lang="en-US" sz="600" dirty="0"/>
                        <a:t>, and time-series analysis. Skilled in advanced analytics, statistical modeling, and predictive maintenance solutions.</a:t>
                      </a:r>
                    </a:p>
                    <a:p>
                      <a:pPr marL="90488" indent="-90488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/>
                        <a:t>Strong foundation in E2E data pipelines, big data technologies, and DevOps / </a:t>
                      </a:r>
                      <a:r>
                        <a:rPr lang="en-US" sz="600" dirty="0" err="1"/>
                        <a:t>MLOps</a:t>
                      </a:r>
                      <a:r>
                        <a:rPr lang="en-US" sz="600" dirty="0"/>
                        <a:t> tools, model deployment, and cloud platforms.</a:t>
                      </a:r>
                    </a:p>
                    <a:p>
                      <a:pPr marL="90488" indent="-90488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600" dirty="0"/>
                        <a:t>Demonstrated ability to manage complex, cross-functional projects and deliver actionable insights through advanced data visualization tools.</a:t>
                      </a:r>
                      <a:endParaRPr lang="en-SG" sz="6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316765"/>
                  </a:ext>
                </a:extLst>
              </a:tr>
            </a:tbl>
          </a:graphicData>
        </a:graphic>
      </p:graphicFrame>
      <p:pic>
        <p:nvPicPr>
          <p:cNvPr id="1027" name="Picture 1026">
            <a:extLst>
              <a:ext uri="{FF2B5EF4-FFF2-40B4-BE49-F238E27FC236}">
                <a16:creationId xmlns:a16="http://schemas.microsoft.com/office/drawing/2014/main" id="{9A31E13C-8EAA-D08C-AAB5-6B011F3C84D5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34667" y1="45455" x2="34667" y2="45455"/>
                        <a14:foregroundMark x1="62222" y1="78030" x2="62222" y2="78030"/>
                        <a14:foregroundMark x1="89111" y1="74747" x2="89111" y2="74747"/>
                        <a14:foregroundMark x1="24222" y1="76515" x2="24222" y2="76515"/>
                        <a14:foregroundMark x1="41333" y1="88131" x2="41333" y2="88131"/>
                        <a14:foregroundMark x1="41778" y1="16414" x2="41778" y2="164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05" y="3736175"/>
            <a:ext cx="234216" cy="206110"/>
          </a:xfrm>
          <a:prstGeom prst="rect">
            <a:avLst/>
          </a:prstGeom>
        </p:spPr>
      </p:pic>
      <p:pic>
        <p:nvPicPr>
          <p:cNvPr id="1028" name="Picture 4" descr="Global mobility - Turner &amp; Co">
            <a:extLst>
              <a:ext uri="{FF2B5EF4-FFF2-40B4-BE49-F238E27FC236}">
                <a16:creationId xmlns:a16="http://schemas.microsoft.com/office/drawing/2014/main" id="{2EAC2813-3DBF-FE04-0706-17B7774F1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28000" y1="24000" x2="28000" y2="24000"/>
                        <a14:foregroundMark x1="77778" y1="48444" x2="77778" y2="48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298" y="4611067"/>
            <a:ext cx="242877" cy="242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A4227F-6479-2A7A-386F-EE2CE6B17356}"/>
              </a:ext>
            </a:extLst>
          </p:cNvPr>
          <p:cNvSpPr txBox="1"/>
          <p:nvPr/>
        </p:nvSpPr>
        <p:spPr>
          <a:xfrm>
            <a:off x="7948912" y="4901515"/>
            <a:ext cx="1187826" cy="21448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2030"/>
              </a:lnSpc>
            </a:pPr>
            <a:r>
              <a:rPr lang="en-SG" sz="800" b="1" i="1" dirty="0">
                <a:ea typeface="MS Mincho" panose="02020609040205080304" pitchFamily="49" charset="-128"/>
              </a:rPr>
              <a:t>Updated as of March’24</a:t>
            </a:r>
            <a:endParaRPr lang="en-SG" sz="800" b="1" i="1" dirty="0">
              <a:latin typeface="+mn-lt"/>
              <a:ea typeface="MS Mincho" panose="02020609040205080304" pitchFamily="49" charset="-128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A0FDC4-59C4-3E00-B846-C377D74CACCD}"/>
              </a:ext>
            </a:extLst>
          </p:cNvPr>
          <p:cNvCxnSpPr>
            <a:cxnSpLocks/>
          </p:cNvCxnSpPr>
          <p:nvPr/>
        </p:nvCxnSpPr>
        <p:spPr>
          <a:xfrm>
            <a:off x="143776" y="2419537"/>
            <a:ext cx="7693427" cy="0"/>
          </a:xfrm>
          <a:prstGeom prst="line">
            <a:avLst/>
          </a:prstGeom>
          <a:ln w="12700" cap="rnd">
            <a:solidFill>
              <a:schemeClr val="accent1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99BCC44-66C0-AEBC-2D3F-00845D9A5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972427"/>
              </p:ext>
            </p:extLst>
          </p:nvPr>
        </p:nvGraphicFramePr>
        <p:xfrm>
          <a:off x="122931" y="2478577"/>
          <a:ext cx="7761116" cy="11963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40279">
                  <a:extLst>
                    <a:ext uri="{9D8B030D-6E8A-4147-A177-3AD203B41FA5}">
                      <a16:colId xmlns:a16="http://schemas.microsoft.com/office/drawing/2014/main" val="3626254329"/>
                    </a:ext>
                  </a:extLst>
                </a:gridCol>
                <a:gridCol w="1940279">
                  <a:extLst>
                    <a:ext uri="{9D8B030D-6E8A-4147-A177-3AD203B41FA5}">
                      <a16:colId xmlns:a16="http://schemas.microsoft.com/office/drawing/2014/main" val="4236174663"/>
                    </a:ext>
                  </a:extLst>
                </a:gridCol>
                <a:gridCol w="1940279">
                  <a:extLst>
                    <a:ext uri="{9D8B030D-6E8A-4147-A177-3AD203B41FA5}">
                      <a16:colId xmlns:a16="http://schemas.microsoft.com/office/drawing/2014/main" val="2039246563"/>
                    </a:ext>
                  </a:extLst>
                </a:gridCol>
                <a:gridCol w="1940279">
                  <a:extLst>
                    <a:ext uri="{9D8B030D-6E8A-4147-A177-3AD203B41FA5}">
                      <a16:colId xmlns:a16="http://schemas.microsoft.com/office/drawing/2014/main" val="3010741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 panose="020F0302020204030204"/>
                          <a:ea typeface="+mn-ea"/>
                          <a:cs typeface="+mn-cs"/>
                        </a:rPr>
                        <a:t>Lead Data Scientist &amp; Algo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 panose="020F0302020204030204"/>
                          <a:ea typeface="+mn-ea"/>
                          <a:cs typeface="+mn-cs"/>
                        </a:rPr>
                        <a:t>AI Intern (</a:t>
                      </a:r>
                      <a:r>
                        <a:rPr kumimoji="0" lang="en-US" sz="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 panose="020F0302020204030204"/>
                          <a:ea typeface="+mn-ea"/>
                          <a:cs typeface="+mn-cs"/>
                        </a:rPr>
                        <a:t>GenAI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 panose="020F0302020204030204"/>
                          <a:ea typeface="+mn-ea"/>
                          <a:cs typeface="+mn-cs"/>
                        </a:rPr>
                        <a:t> – Computer Vision)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 panose="020F0302020204030204"/>
                          <a:ea typeface="+mn-ea"/>
                          <a:cs typeface="+mn-cs"/>
                        </a:rPr>
                        <a:t>Data Science Intern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entury Gothic" panose="020F0302020204030204"/>
                          <a:ea typeface="+mn-ea"/>
                          <a:cs typeface="+mn-cs"/>
                        </a:rPr>
                        <a:t>AI Intern (Reinforcement Learning)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358992"/>
                  </a:ext>
                </a:extLst>
              </a:tr>
              <a:tr h="782197">
                <a:tc>
                  <a:txBody>
                    <a:bodyPr/>
                    <a:lstStyle/>
                    <a:p>
                      <a:pPr marL="88900" indent="-88900" algn="just">
                        <a:buFont typeface="Arial" panose="020B0604020202020204" pitchFamily="34" charset="0"/>
                        <a:buChar char="•"/>
                      </a:pPr>
                      <a:r>
                        <a:rPr lang="en-SG" sz="650" dirty="0"/>
                        <a:t>Led teams to design and deploy AI and ML models for defect detection, optimization, and production efficiency.</a:t>
                      </a:r>
                    </a:p>
                    <a:p>
                      <a:pPr marL="88900" indent="-88900" algn="just">
                        <a:buFont typeface="Arial" panose="020B0604020202020204" pitchFamily="34" charset="0"/>
                        <a:buChar char="•"/>
                      </a:pPr>
                      <a:r>
                        <a:rPr lang="en-SG" sz="650" dirty="0"/>
                        <a:t>Developed dashboards and implemented streamlined workflows to </a:t>
                      </a:r>
                      <a:r>
                        <a:rPr lang="en-SG" sz="650" dirty="0" err="1"/>
                        <a:t>analyze</a:t>
                      </a:r>
                      <a:r>
                        <a:rPr lang="en-SG" sz="650" dirty="0"/>
                        <a:t> large-scale data, refine processes, and improve overall productivity and decision-making across teams.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0" lvl="0" indent="-88900" algn="just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F0302020204030204"/>
                          <a:ea typeface="+mn-ea"/>
                          <a:cs typeface="+mn-cs"/>
                        </a:rPr>
                        <a:t>Conducted generative AI and computer vision research, with focus on prototyping and technical evaluations.</a:t>
                      </a:r>
                    </a:p>
                    <a:p>
                      <a:pPr marL="88900" marR="0" lvl="0" indent="-88900" algn="just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F0302020204030204"/>
                          <a:ea typeface="+mn-ea"/>
                          <a:cs typeface="+mn-cs"/>
                        </a:rPr>
                        <a:t>Analyzed AI trends, academic papers, and industry updates, delivering actionable reports.</a:t>
                      </a:r>
                    </a:p>
                    <a:p>
                      <a:pPr marL="88900" marR="0" lvl="0" indent="-88900" algn="just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F0302020204030204"/>
                          <a:ea typeface="+mn-ea"/>
                          <a:cs typeface="+mn-cs"/>
                        </a:rPr>
                        <a:t>Implemented a knowledge transfer system leveraging Get3D algorithms and GAN model for system optimization.</a:t>
                      </a:r>
                      <a:endParaRPr kumimoji="0" lang="en-SG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F03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0" lvl="0" indent="-88900" algn="just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F0302020204030204"/>
                          <a:ea typeface="+mn-ea"/>
                          <a:cs typeface="+mn-cs"/>
                        </a:rPr>
                        <a:t>Build and optimize ETL pipelines for large-scale data processing and DB integration for fintech clients.</a:t>
                      </a:r>
                    </a:p>
                    <a:p>
                      <a:pPr marL="88900" marR="0" lvl="0" indent="-88900" algn="just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F0302020204030204"/>
                          <a:ea typeface="+mn-ea"/>
                          <a:cs typeface="+mn-cs"/>
                        </a:rPr>
                        <a:t>Design scalable APIs and web services to facilitate metadata extraction, &amp; DB orchestration for banking clients. </a:t>
                      </a:r>
                    </a:p>
                    <a:p>
                      <a:pPr marL="88900" marR="0" lvl="0" indent="-88900" algn="just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SG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F0302020204030204"/>
                          <a:ea typeface="+mn-ea"/>
                          <a:cs typeface="+mn-cs"/>
                        </a:rPr>
                        <a:t>Lead projects and ensure compliance while delivering fraud detection and KPI solutions for insurance clients.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0" lvl="0" indent="-88900" algn="just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F0302020204030204"/>
                          <a:ea typeface="+mn-ea"/>
                          <a:cs typeface="+mn-cs"/>
                        </a:rPr>
                        <a:t>Designed and developed reinforcement learning (RL) models by enabling real-time sensor-based collision avoidance for in-house robotic systems, which were tested in Robot OS and simulators.</a:t>
                      </a:r>
                    </a:p>
                    <a:p>
                      <a:pPr marL="0" marR="0" lvl="0" indent="0" algn="just" defTabSz="285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G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F03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93588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944F758-8666-9624-E784-526DADCFABEC}"/>
              </a:ext>
            </a:extLst>
          </p:cNvPr>
          <p:cNvSpPr txBox="1"/>
          <p:nvPr/>
        </p:nvSpPr>
        <p:spPr>
          <a:xfrm>
            <a:off x="30203" y="2279233"/>
            <a:ext cx="414910" cy="20005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700" dirty="0">
                <a:solidFill>
                  <a:srgbClr val="000000"/>
                </a:solidFill>
                <a:latin typeface="Century Gothic" panose="020B0502020202020204" pitchFamily="34" charset="0"/>
              </a:rPr>
              <a:t>2017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79C34C-7539-AB22-C974-17AE4C20D820}"/>
              </a:ext>
            </a:extLst>
          </p:cNvPr>
          <p:cNvSpPr txBox="1"/>
          <p:nvPr/>
        </p:nvSpPr>
        <p:spPr>
          <a:xfrm>
            <a:off x="1882235" y="2280385"/>
            <a:ext cx="403930" cy="20005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700" dirty="0">
                <a:solidFill>
                  <a:srgbClr val="000000"/>
                </a:solidFill>
                <a:latin typeface="Century Gothic" panose="020B0502020202020204" pitchFamily="34" charset="0"/>
              </a:rPr>
              <a:t>2023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DC883C-1040-6CD1-D845-70EB4F101C6D}"/>
              </a:ext>
            </a:extLst>
          </p:cNvPr>
          <p:cNvSpPr txBox="1"/>
          <p:nvPr/>
        </p:nvSpPr>
        <p:spPr>
          <a:xfrm>
            <a:off x="3788525" y="2284481"/>
            <a:ext cx="403930" cy="20005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700" dirty="0">
                <a:solidFill>
                  <a:srgbClr val="000000"/>
                </a:solidFill>
                <a:latin typeface="Century Gothic" panose="020B0502020202020204" pitchFamily="34" charset="0"/>
              </a:rPr>
              <a:t>2023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52159E-D500-1F4F-30C8-B50003C79FEF}"/>
              </a:ext>
            </a:extLst>
          </p:cNvPr>
          <p:cNvSpPr txBox="1"/>
          <p:nvPr/>
        </p:nvSpPr>
        <p:spPr>
          <a:xfrm>
            <a:off x="5754192" y="2273585"/>
            <a:ext cx="403930" cy="20005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700" dirty="0">
                <a:solidFill>
                  <a:srgbClr val="000000"/>
                </a:solidFill>
                <a:latin typeface="Century Gothic" panose="020B0502020202020204" pitchFamily="34" charset="0"/>
              </a:rPr>
              <a:t>2023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76075E-7407-6AAA-98CD-98324F7127B2}"/>
              </a:ext>
            </a:extLst>
          </p:cNvPr>
          <p:cNvSpPr txBox="1"/>
          <p:nvPr/>
        </p:nvSpPr>
        <p:spPr>
          <a:xfrm>
            <a:off x="7534002" y="2267186"/>
            <a:ext cx="414910" cy="20005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700" dirty="0">
                <a:solidFill>
                  <a:srgbClr val="000000"/>
                </a:solidFill>
                <a:latin typeface="Century Gothic" panose="020B0502020202020204" pitchFamily="34" charset="0"/>
              </a:rPr>
              <a:t>2023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5D5216-13B2-A590-CF86-618E74B2AC86}"/>
              </a:ext>
            </a:extLst>
          </p:cNvPr>
          <p:cNvSpPr txBox="1"/>
          <p:nvPr/>
        </p:nvSpPr>
        <p:spPr>
          <a:xfrm>
            <a:off x="8044655" y="1325590"/>
            <a:ext cx="1047174" cy="18466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600" dirty="0">
                <a:solidFill>
                  <a:srgbClr val="000000"/>
                </a:solidFill>
                <a:latin typeface="Century Gothic" panose="020B0502020202020204" pitchFamily="34" charset="0"/>
              </a:rPr>
              <a:t>Lead Data Scientist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B162E2-C61C-4DD1-5502-1A557BCF3132}"/>
              </a:ext>
            </a:extLst>
          </p:cNvPr>
          <p:cNvSpPr txBox="1"/>
          <p:nvPr/>
        </p:nvSpPr>
        <p:spPr>
          <a:xfrm>
            <a:off x="8050989" y="1560300"/>
            <a:ext cx="1040839" cy="18466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600" dirty="0">
                <a:solidFill>
                  <a:srgbClr val="000000"/>
                </a:solidFill>
                <a:latin typeface="Century Gothic" panose="020B0502020202020204" pitchFamily="34" charset="0"/>
              </a:rPr>
              <a:t>Principal Data Scientist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9CD437-2A57-8017-9C53-C8409CC8E6D9}"/>
              </a:ext>
            </a:extLst>
          </p:cNvPr>
          <p:cNvSpPr/>
          <p:nvPr/>
        </p:nvSpPr>
        <p:spPr bwMode="auto">
          <a:xfrm>
            <a:off x="7968396" y="1219500"/>
            <a:ext cx="150147" cy="14204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88" b="1" dirty="0">
                <a:solidFill>
                  <a:srgbClr val="FFFFFF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2BC9C0-409E-BFAC-2C19-3B092A548789}"/>
              </a:ext>
            </a:extLst>
          </p:cNvPr>
          <p:cNvSpPr/>
          <p:nvPr/>
        </p:nvSpPr>
        <p:spPr bwMode="auto">
          <a:xfrm>
            <a:off x="7964677" y="1472036"/>
            <a:ext cx="150147" cy="14204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88" b="1" dirty="0">
                <a:solidFill>
                  <a:srgbClr val="FFFFFF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39" name="Content Placeholder 1">
            <a:extLst>
              <a:ext uri="{FF2B5EF4-FFF2-40B4-BE49-F238E27FC236}">
                <a16:creationId xmlns:a16="http://schemas.microsoft.com/office/drawing/2014/main" id="{5B3E04D6-E1F0-ADC5-647C-C69A802F8CAD}"/>
              </a:ext>
            </a:extLst>
          </p:cNvPr>
          <p:cNvSpPr txBox="1">
            <a:spLocks/>
          </p:cNvSpPr>
          <p:nvPr/>
        </p:nvSpPr>
        <p:spPr bwMode="gray">
          <a:xfrm>
            <a:off x="7964677" y="979056"/>
            <a:ext cx="1300215" cy="35167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defTabSz="685800">
              <a:buClr>
                <a:srgbClr val="007CC2"/>
              </a:buClr>
              <a:buNone/>
              <a:defRPr/>
            </a:pPr>
            <a:r>
              <a:rPr lang="en-US" sz="900" b="1" u="sng" kern="0" dirty="0">
                <a:solidFill>
                  <a:schemeClr val="accent1"/>
                </a:solidFill>
                <a:latin typeface="Century Gothic" panose="020B0502020202020204" pitchFamily="34" charset="0"/>
              </a:rPr>
              <a:t>Aspiration Goals</a:t>
            </a:r>
          </a:p>
        </p:txBody>
      </p:sp>
      <p:sp>
        <p:nvSpPr>
          <p:cNvPr id="40" name="object 36">
            <a:extLst>
              <a:ext uri="{FF2B5EF4-FFF2-40B4-BE49-F238E27FC236}">
                <a16:creationId xmlns:a16="http://schemas.microsoft.com/office/drawing/2014/main" id="{0EF0A425-39BD-ED76-5C45-46CE6633B4DE}"/>
              </a:ext>
            </a:extLst>
          </p:cNvPr>
          <p:cNvSpPr txBox="1"/>
          <p:nvPr/>
        </p:nvSpPr>
        <p:spPr>
          <a:xfrm>
            <a:off x="8135332" y="1170799"/>
            <a:ext cx="810728" cy="11734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ctr" defTabSz="685800">
              <a:spcBef>
                <a:spcPts val="75"/>
              </a:spcBef>
              <a:defRPr/>
            </a:pPr>
            <a:r>
              <a:rPr lang="en-SG" sz="700" b="1" i="1" dirty="0">
                <a:solidFill>
                  <a:schemeClr val="accent6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within 1-3 years</a:t>
            </a:r>
            <a:endParaRPr sz="700" b="1" i="1" dirty="0">
              <a:solidFill>
                <a:schemeClr val="accent6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Picture 2" descr="Aspiration Icons - Free SVG &amp; PNG Aspiration Images - Noun ...">
            <a:extLst>
              <a:ext uri="{FF2B5EF4-FFF2-40B4-BE49-F238E27FC236}">
                <a16:creationId xmlns:a16="http://schemas.microsoft.com/office/drawing/2014/main" id="{00E727CC-A738-6306-1C9D-17F4BE86A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977" y="922909"/>
            <a:ext cx="284406" cy="28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1A1E930E-71D0-4DD5-B87F-6DC821341725}"/>
              </a:ext>
            </a:extLst>
          </p:cNvPr>
          <p:cNvSpPr/>
          <p:nvPr/>
        </p:nvSpPr>
        <p:spPr>
          <a:xfrm>
            <a:off x="8064312" y="6961"/>
            <a:ext cx="944957" cy="959448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SG" sz="1400" b="1" dirty="0"/>
              <a:t>Photo</a:t>
            </a:r>
          </a:p>
        </p:txBody>
      </p:sp>
      <p:sp>
        <p:nvSpPr>
          <p:cNvPr id="48" name="Content Placeholder 1">
            <a:extLst>
              <a:ext uri="{FF2B5EF4-FFF2-40B4-BE49-F238E27FC236}">
                <a16:creationId xmlns:a16="http://schemas.microsoft.com/office/drawing/2014/main" id="{C771A8DB-5B2F-ADE2-C14D-8FD9A975B988}"/>
              </a:ext>
            </a:extLst>
          </p:cNvPr>
          <p:cNvSpPr txBox="1">
            <a:spLocks/>
          </p:cNvSpPr>
          <p:nvPr/>
        </p:nvSpPr>
        <p:spPr bwMode="gray">
          <a:xfrm>
            <a:off x="7862807" y="3569121"/>
            <a:ext cx="1353034" cy="5711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defTabSz="685800">
              <a:lnSpc>
                <a:spcPct val="100000"/>
              </a:lnSpc>
              <a:buClr>
                <a:srgbClr val="007CC2"/>
              </a:buClr>
              <a:buNone/>
              <a:defRPr/>
            </a:pPr>
            <a:r>
              <a:rPr lang="en-US" sz="1000" b="1" u="sng" kern="0" dirty="0">
                <a:solidFill>
                  <a:schemeClr val="accent1"/>
                </a:solidFill>
                <a:latin typeface="Century Gothic" panose="020B0502020202020204" pitchFamily="34" charset="0"/>
              </a:rPr>
              <a:t>Education</a:t>
            </a:r>
            <a:endParaRPr lang="en-US" sz="600" b="1" u="sng" kern="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127397" indent="-127397" defTabSz="685800">
              <a:lnSpc>
                <a:spcPct val="100000"/>
              </a:lnSpc>
              <a:spcBef>
                <a:spcPts val="0"/>
              </a:spcBef>
              <a:buClr>
                <a:srgbClr val="007CC2"/>
              </a:buClr>
              <a:defRPr/>
            </a:pPr>
            <a:r>
              <a:rPr lang="en-US" sz="700" dirty="0">
                <a:solidFill>
                  <a:srgbClr val="000000"/>
                </a:solidFill>
                <a:latin typeface="Century Gothic" panose="020B0502020202020204" pitchFamily="34" charset="0"/>
              </a:rPr>
              <a:t>Bachelor of Electrical and Electronic Engineering in Nanyang Technological University</a:t>
            </a:r>
          </a:p>
          <a:p>
            <a:pPr marL="127397" indent="-127397" defTabSz="685800">
              <a:lnSpc>
                <a:spcPct val="100000"/>
              </a:lnSpc>
              <a:spcBef>
                <a:spcPts val="0"/>
              </a:spcBef>
              <a:buClr>
                <a:srgbClr val="007CC2"/>
              </a:buClr>
              <a:defRPr/>
            </a:pPr>
            <a:r>
              <a:rPr lang="en-US" sz="700" dirty="0">
                <a:solidFill>
                  <a:srgbClr val="000000"/>
                </a:solidFill>
                <a:latin typeface="Century Gothic" panose="020B0502020202020204" pitchFamily="34" charset="0"/>
              </a:rPr>
              <a:t>Masters of Data Science and Machine Learning in National University of Singapore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839437-5811-27D1-7F68-A600C110A203}"/>
              </a:ext>
            </a:extLst>
          </p:cNvPr>
          <p:cNvSpPr txBox="1"/>
          <p:nvPr/>
        </p:nvSpPr>
        <p:spPr>
          <a:xfrm>
            <a:off x="410365" y="864908"/>
            <a:ext cx="1245803" cy="213585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Robert Bosch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F13F6C-ACC9-792D-9677-83F616615E0A}"/>
              </a:ext>
            </a:extLst>
          </p:cNvPr>
          <p:cNvSpPr txBox="1"/>
          <p:nvPr/>
        </p:nvSpPr>
        <p:spPr>
          <a:xfrm>
            <a:off x="2941878" y="858611"/>
            <a:ext cx="1860426" cy="215444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Hewlett Packard Enterprise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5C2F8F3-E384-CE4C-F870-0BBB3352711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826" y="889626"/>
            <a:ext cx="588194" cy="13895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6B0BFC2-9ECD-9FC1-D5E0-4C87A4221BED}"/>
              </a:ext>
            </a:extLst>
          </p:cNvPr>
          <p:cNvSpPr txBox="1"/>
          <p:nvPr/>
        </p:nvSpPr>
        <p:spPr>
          <a:xfrm>
            <a:off x="410364" y="2222588"/>
            <a:ext cx="1245803" cy="213585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Micron Technology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D11C3A3-5FA5-EB8E-CE7C-FA76BD084551}"/>
              </a:ext>
            </a:extLst>
          </p:cNvPr>
          <p:cNvSpPr txBox="1"/>
          <p:nvPr/>
        </p:nvSpPr>
        <p:spPr>
          <a:xfrm>
            <a:off x="2231358" y="2228885"/>
            <a:ext cx="1376988" cy="215444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Huawei Singapore R&amp;D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7B1228-ACA9-50B9-A49F-4F3C7B909CF0}"/>
              </a:ext>
            </a:extLst>
          </p:cNvPr>
          <p:cNvSpPr txBox="1"/>
          <p:nvPr/>
        </p:nvSpPr>
        <p:spPr>
          <a:xfrm>
            <a:off x="4135883" y="2239108"/>
            <a:ext cx="1245803" cy="213585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800" b="1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InterSystems</a:t>
            </a:r>
            <a:endParaRPr lang="en-US" sz="800" b="1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C08BD42-BE6E-22B6-6A28-F0D2ADD635F8}"/>
              </a:ext>
            </a:extLst>
          </p:cNvPr>
          <p:cNvSpPr txBox="1"/>
          <p:nvPr/>
        </p:nvSpPr>
        <p:spPr>
          <a:xfrm>
            <a:off x="6108020" y="2222588"/>
            <a:ext cx="1245803" cy="213585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Continental</a:t>
            </a:r>
          </a:p>
        </p:txBody>
      </p:sp>
      <p:pic>
        <p:nvPicPr>
          <p:cNvPr id="2" name="Picture 1" descr="A person in a suit and tie&#10;&#10;Description automatically generated">
            <a:extLst>
              <a:ext uri="{FF2B5EF4-FFF2-40B4-BE49-F238E27FC236}">
                <a16:creationId xmlns:a16="http://schemas.microsoft.com/office/drawing/2014/main" id="{0B8D04F3-E9ED-6CC6-0F2C-D6CE20E3A83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096" y="443"/>
            <a:ext cx="961200" cy="96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055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Presentation Title (Arial 38pt bold)&amp;quot;&quot;/&gt;&lt;property id=&quot;20307&quot; value=&quot;262&quot;/&gt;&lt;/object&gt;&lt;object type=&quot;3&quot; unique_id=&quot;10005&quot;&gt;&lt;property id=&quot;20148&quot; value=&quot;5&quot;/&gt;&lt;property id=&quot;20300&quot; value=&quot;Slide 2 - &amp;quot;One-Line Title Slide (Arial 32pt bold)&amp;quot;&quot;/&gt;&lt;property id=&quot;20307&quot; value=&quot;263&quot;/&gt;&lt;/object&gt;&lt;object type=&quot;3&quot; unique_id=&quot;10006&quot;&gt;&lt;property id=&quot;20148&quot; value=&quot;5&quot;/&gt;&lt;property id=&quot;20300&quot; value=&quot;Slide 3 - &amp;quot;Two-Line Title Slide With &amp;#x0D;&amp;#x0A;a Subtitle Placeholder&amp;quot;&quot;/&gt;&lt;property id=&quot;20307&quot; value=&quot;264&quot;/&gt;&lt;/object&gt;&lt;object type=&quot;3&quot; unique_id=&quot;10007&quot;&gt;&lt;property id=&quot;20148&quot; value=&quot;5&quot;/&gt;&lt;property id=&quot;20300&quot; value=&quot;Slide 4 - &amp;quot;Single Photo Treatment&amp;quot;&quot;/&gt;&lt;property id=&quot;20307&quot; value=&quot;284&quot;/&gt;&lt;/object&gt;&lt;object type=&quot;3&quot; unique_id=&quot;10009&quot;&gt;&lt;property id=&quot;20148&quot; value=&quot;5&quot;/&gt;&lt;property id=&quot;20300&quot; value=&quot;Slide 6 - &amp;quot;Two-Content Subtitle Layout&amp;quot;&quot;/&gt;&lt;property id=&quot;20307&quot; value=&quot;285&quot;/&gt;&lt;/object&gt;&lt;object type=&quot;3&quot; unique_id=&quot;10010&quot;&gt;&lt;property id=&quot;20148&quot; value=&quot;5&quot;/&gt;&lt;property id=&quot;20300&quot; value=&quot;Slide 7 - &amp;quot;Table Example&amp;quot;&quot;/&gt;&lt;property id=&quot;20307&quot; value=&quot;265&quot;/&gt;&lt;/object&gt;&lt;object type=&quot;3&quot; unique_id=&quot;10011&quot;&gt;&lt;property id=&quot;20148&quot; value=&quot;5&quot;/&gt;&lt;property id=&quot;20300&quot; value=&quot;Slide 8 - &amp;quot;Pie Chart Example&amp;quot;&quot;/&gt;&lt;property id=&quot;20307&quot; value=&quot;283&quot;/&gt;&lt;/object&gt;&lt;object type=&quot;3&quot; unique_id=&quot;10012&quot;&gt;&lt;property id=&quot;20148&quot; value=&quot;5&quot;/&gt;&lt;property id=&quot;20300&quot; value=&quot;Slide 9 - &amp;quot;Pie Chart Example&amp;quot;&quot;/&gt;&lt;property id=&quot;20307&quot; value=&quot;300&quot;/&gt;&lt;/object&gt;&lt;object type=&quot;3&quot; unique_id=&quot;10013&quot;&gt;&lt;property id=&quot;20148&quot; value=&quot;5&quot;/&gt;&lt;property id=&quot;20300&quot; value=&quot;Slide 10 - &amp;quot;Column Chart Example&amp;quot;&quot;/&gt;&lt;property id=&quot;20307&quot; value=&quot;279&quot;/&gt;&lt;/object&gt;&lt;object type=&quot;3&quot; unique_id=&quot;10014&quot;&gt;&lt;property id=&quot;20148&quot; value=&quot;5&quot;/&gt;&lt;property id=&quot;20300&quot; value=&quot;Slide 11 - &amp;quot;Line Chart Example&amp;quot;&quot;/&gt;&lt;property id=&quot;20307&quot; value=&quot;278&quot;/&gt;&lt;/object&gt;&lt;object type=&quot;3&quot; unique_id=&quot;10015&quot;&gt;&lt;property id=&quot;20148&quot; value=&quot;5&quot;/&gt;&lt;property id=&quot;20300&quot; value=&quot;Slide 12 - &amp;quot;Presentation Master Color Palette&amp;quot;&quot;/&gt;&lt;property id=&quot;20307&quot; value=&quot;287&quot;/&gt;&lt;/object&gt;&lt;object type=&quot;3&quot; unique_id=&quot;10018&quot;&gt;&lt;property id=&quot;20148&quot; value=&quot;5&quot;/&gt;&lt;property id=&quot;20300&quot; value=&quot;Slide 15 - &amp;quot;Working With the Amgen Color Palette&amp;quot;&quot;/&gt;&lt;property id=&quot;20307&quot; value=&quot;289&quot;/&gt;&lt;/object&gt;&lt;object type=&quot;3&quot; unique_id=&quot;10019&quot;&gt;&lt;property id=&quot;20148&quot; value=&quot;5&quot;/&gt;&lt;property id=&quot;20300&quot; value=&quot;Slide 16 - &amp;quot;Formatting Slides&amp;quot;&quot;/&gt;&lt;property id=&quot;20307&quot; value=&quot;298&quot;/&gt;&lt;/object&gt;&lt;object type=&quot;3&quot; unique_id=&quot;10020&quot;&gt;&lt;property id=&quot;20148&quot; value=&quot;5&quot;/&gt;&lt;property id=&quot;20300&quot; value=&quot;Slide 17 - &amp;quot;Selecting Objects&amp;quot;&quot;/&gt;&lt;property id=&quot;20307&quot; value=&quot;296&quot;/&gt;&lt;/object&gt;&lt;object type=&quot;3&quot; unique_id=&quot;10021&quot;&gt;&lt;property id=&quot;20148&quot; value=&quot;5&quot;/&gt;&lt;property id=&quot;20300&quot; value=&quot;Slide 18 - &amp;quot;Working With Objects&amp;quot;&quot;/&gt;&lt;property id=&quot;20307&quot; value=&quot;293&quot;/&gt;&lt;/object&gt;&lt;object type=&quot;3&quot; unique_id=&quot;10022&quot;&gt;&lt;property id=&quot;20148&quot; value=&quot;5&quot;/&gt;&lt;property id=&quot;20300&quot; value=&quot;Slide 19 - &amp;quot;Adjusting Tables&amp;quot;&quot;/&gt;&lt;property id=&quot;20307&quot; value=&quot;297&quot;/&gt;&lt;/object&gt;&lt;object type=&quot;3&quot; unique_id=&quot;10023&quot;&gt;&lt;property id=&quot;20148&quot; value=&quot;5&quot;/&gt;&lt;property id=&quot;20300&quot; value=&quot;Slide 20 - &amp;quot;Streamlining Objects&amp;quot;&quot;/&gt;&lt;property id=&quot;20307&quot; value=&quot;294&quot;/&gt;&lt;/object&gt;&lt;object type=&quot;3&quot; unique_id=&quot;10707&quot;&gt;&lt;property id=&quot;20148&quot; value=&quot;5&quot;/&gt;&lt;property id=&quot;20300&quot; value=&quot;Slide 5 - &amp;quot;Photo Treatment With Label&amp;quot;&quot;/&gt;&lt;property id=&quot;20307&quot; value=&quot;303&quot;/&gt;&lt;/object&gt;&lt;object type=&quot;3&quot; unique_id=&quot;10752&quot;&gt;&lt;property id=&quot;20148&quot; value=&quot;5&quot;/&gt;&lt;property id=&quot;20300&quot; value=&quot;Slide 13 - &amp;quot;We Adapted Our Plan Swiftly&amp;quot;&quot;/&gt;&lt;property id=&quot;20307&quot; value=&quot;304&quot;/&gt;&lt;/object&gt;&lt;object type=&quot;3&quot; unique_id=&quot;10753&quot;&gt;&lt;property id=&quot;20148&quot; value=&quot;5&quot;/&gt;&lt;property id=&quot;20300&quot; value=&quot;Slide 14 - &amp;quot;Our Strategy Positions Us Well&amp;quot;&quot;/&gt;&lt;property id=&quot;20307&quot; value=&quot;305&quot;/&gt;&lt;/object&gt;&lt;/object&gt;&lt;/object&gt;&lt;/database&gt;"/>
  <p:tag name="SECTOMILLISECCONVERTED" val="1"/>
  <p:tag name="PRESGUID" val="6e552e95-8457-4c7a-bba0-b1e74a50302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Amgen Proprietary - For Internal Use Only"/>
  <p:tag name="BJHEADERFOOTERTEXTMARKING" val="Amgen Proprietary - For Internal Use Onl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UWIGjtRK_5yXfyEdPwe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2016 Amgen Corporate Template_16x9_INTERNAL">
  <a:themeElements>
    <a:clrScheme name="AmgenColors">
      <a:dk1>
        <a:srgbClr val="000000"/>
      </a:dk1>
      <a:lt1>
        <a:srgbClr val="FFFFFF"/>
      </a:lt1>
      <a:dk2>
        <a:srgbClr val="716F73"/>
      </a:dk2>
      <a:lt2>
        <a:srgbClr val="00BCE4"/>
      </a:lt2>
      <a:accent1>
        <a:srgbClr val="0063C3"/>
      </a:accent1>
      <a:accent2>
        <a:srgbClr val="88C765"/>
      </a:accent2>
      <a:accent3>
        <a:srgbClr val="F3C108"/>
      </a:accent3>
      <a:accent4>
        <a:srgbClr val="D34D2F"/>
      </a:accent4>
      <a:accent5>
        <a:srgbClr val="597B7C"/>
      </a:accent5>
      <a:accent6>
        <a:srgbClr val="005480"/>
      </a:accent6>
      <a:hlink>
        <a:srgbClr val="2DBCB6"/>
      </a:hlink>
      <a:folHlink>
        <a:srgbClr val="B2A97E"/>
      </a:folHlink>
    </a:clrScheme>
    <a:fontScheme name="Amgen Corporate">
      <a:majorFont>
        <a:latin typeface="Calibri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b="1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 cap="rnd">
          <a:solidFill>
            <a:schemeClr val="tx1"/>
          </a:solidFill>
          <a:tailEnd type="stealth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4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17 Amgen Corporate Template_16x9_INTERNAL.potx" id="{32D965A0-4047-4064-B8F5-99A83A75741A}" vid="{ACD0EC12-F9F8-4E55-B057-2DF3E87000CE}"/>
    </a:ext>
  </a:extLst>
</a:theme>
</file>

<file path=ppt/theme/theme2.xml><?xml version="1.0" encoding="utf-8"?>
<a:theme xmlns:a="http://schemas.openxmlformats.org/drawingml/2006/main" name="2_2016 Amgen Corporate Template_16x9_INTERNAL">
  <a:themeElements>
    <a:clrScheme name="AmgenColors">
      <a:dk1>
        <a:srgbClr val="000000"/>
      </a:dk1>
      <a:lt1>
        <a:srgbClr val="FFFFFF"/>
      </a:lt1>
      <a:dk2>
        <a:srgbClr val="716F73"/>
      </a:dk2>
      <a:lt2>
        <a:srgbClr val="00BCE4"/>
      </a:lt2>
      <a:accent1>
        <a:srgbClr val="0063C3"/>
      </a:accent1>
      <a:accent2>
        <a:srgbClr val="88C765"/>
      </a:accent2>
      <a:accent3>
        <a:srgbClr val="F3C108"/>
      </a:accent3>
      <a:accent4>
        <a:srgbClr val="D34D2F"/>
      </a:accent4>
      <a:accent5>
        <a:srgbClr val="597B7C"/>
      </a:accent5>
      <a:accent6>
        <a:srgbClr val="005480"/>
      </a:accent6>
      <a:hlink>
        <a:srgbClr val="2DBCB6"/>
      </a:hlink>
      <a:folHlink>
        <a:srgbClr val="B2A97E"/>
      </a:folHlink>
    </a:clrScheme>
    <a:fontScheme name="Amgen Corporate">
      <a:majorFont>
        <a:latin typeface="Calibri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b="1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 cap="rnd">
          <a:solidFill>
            <a:schemeClr val="tx1"/>
          </a:solidFill>
          <a:tailEnd type="stealth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4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mgenMerged" id="{3C33D98D-F191-47DF-AE88-E5F60A310B5F}" vid="{3634DB5A-F9D2-4AD2-89E0-08CC178FB05A}"/>
    </a:ext>
  </a:extLst>
</a:theme>
</file>

<file path=ppt/theme/theme3.xml><?xml version="1.0" encoding="utf-8"?>
<a:theme xmlns:a="http://schemas.openxmlformats.org/drawingml/2006/main" name="1_2016 Amgen Corporate Template_16x9_INTERNAL">
  <a:themeElements>
    <a:clrScheme name="AmgenColors">
      <a:dk1>
        <a:srgbClr val="000000"/>
      </a:dk1>
      <a:lt1>
        <a:srgbClr val="FFFFFF"/>
      </a:lt1>
      <a:dk2>
        <a:srgbClr val="716F73"/>
      </a:dk2>
      <a:lt2>
        <a:srgbClr val="00BCE4"/>
      </a:lt2>
      <a:accent1>
        <a:srgbClr val="0063C3"/>
      </a:accent1>
      <a:accent2>
        <a:srgbClr val="88C765"/>
      </a:accent2>
      <a:accent3>
        <a:srgbClr val="F3C108"/>
      </a:accent3>
      <a:accent4>
        <a:srgbClr val="D34D2F"/>
      </a:accent4>
      <a:accent5>
        <a:srgbClr val="597B7C"/>
      </a:accent5>
      <a:accent6>
        <a:srgbClr val="005480"/>
      </a:accent6>
      <a:hlink>
        <a:srgbClr val="2DBCB6"/>
      </a:hlink>
      <a:folHlink>
        <a:srgbClr val="B2A97E"/>
      </a:folHlink>
    </a:clrScheme>
    <a:fontScheme name="Amgen Corporate">
      <a:majorFont>
        <a:latin typeface="Calibri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b="1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 cap="rnd">
          <a:solidFill>
            <a:schemeClr val="tx1"/>
          </a:solidFill>
          <a:tailEnd type="stealth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4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17 Amgen Corporate Template_16x9_INTERNAL.potx" id="{32D965A0-4047-4064-B8F5-99A83A75741A}" vid="{ACD0EC12-F9F8-4E55-B057-2DF3E87000CE}"/>
    </a:ext>
  </a:extLst>
</a:theme>
</file>

<file path=ppt/theme/theme4.xml><?xml version="1.0" encoding="utf-8"?>
<a:theme xmlns:a="http://schemas.openxmlformats.org/drawingml/2006/main" name="3_2016 Amgen Corporate Template_16x9_INTERNAL">
  <a:themeElements>
    <a:clrScheme name="AmgenColors">
      <a:dk1>
        <a:srgbClr val="000000"/>
      </a:dk1>
      <a:lt1>
        <a:srgbClr val="FFFFFF"/>
      </a:lt1>
      <a:dk2>
        <a:srgbClr val="716F73"/>
      </a:dk2>
      <a:lt2>
        <a:srgbClr val="00BCE4"/>
      </a:lt2>
      <a:accent1>
        <a:srgbClr val="0063C3"/>
      </a:accent1>
      <a:accent2>
        <a:srgbClr val="88C765"/>
      </a:accent2>
      <a:accent3>
        <a:srgbClr val="F3C108"/>
      </a:accent3>
      <a:accent4>
        <a:srgbClr val="D34D2F"/>
      </a:accent4>
      <a:accent5>
        <a:srgbClr val="597B7C"/>
      </a:accent5>
      <a:accent6>
        <a:srgbClr val="005480"/>
      </a:accent6>
      <a:hlink>
        <a:srgbClr val="2DBCB6"/>
      </a:hlink>
      <a:folHlink>
        <a:srgbClr val="B2A97E"/>
      </a:folHlink>
    </a:clrScheme>
    <a:fontScheme name="Amgen Corporate">
      <a:majorFont>
        <a:latin typeface="Calibri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b="1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 cap="rnd">
          <a:solidFill>
            <a:schemeClr val="tx1"/>
          </a:solidFill>
          <a:tailEnd type="stealth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4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mgenMerged" id="{3C33D98D-F191-47DF-AE88-E5F60A310B5F}" vid="{3634DB5A-F9D2-4AD2-89E0-08CC178FB05A}"/>
    </a:ext>
  </a:extLst>
</a:theme>
</file>

<file path=ppt/theme/theme5.xml><?xml version="1.0" encoding="utf-8"?>
<a:theme xmlns:a="http://schemas.openxmlformats.org/drawingml/2006/main" name="Amgen Corporate">
  <a:themeElements>
    <a:clrScheme name="Custom 7">
      <a:dk1>
        <a:srgbClr val="000000"/>
      </a:dk1>
      <a:lt1>
        <a:srgbClr val="FFFFFF"/>
      </a:lt1>
      <a:dk2>
        <a:srgbClr val="605D75"/>
      </a:dk2>
      <a:lt2>
        <a:srgbClr val="ADADAD"/>
      </a:lt2>
      <a:accent1>
        <a:srgbClr val="0063C3"/>
      </a:accent1>
      <a:accent2>
        <a:srgbClr val="00BCE3"/>
      </a:accent2>
      <a:accent3>
        <a:srgbClr val="7EE0DD"/>
      </a:accent3>
      <a:accent4>
        <a:srgbClr val="2CC84D"/>
      </a:accent4>
      <a:accent5>
        <a:srgbClr val="FBE122"/>
      </a:accent5>
      <a:accent6>
        <a:srgbClr val="FF6720"/>
      </a:accent6>
      <a:hlink>
        <a:srgbClr val="151F6D"/>
      </a:hlink>
      <a:folHlink>
        <a:srgbClr val="830B55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508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  <a:lnDef>
      <a:spPr>
        <a:ln w="28575" cap="rnd">
          <a:solidFill>
            <a:schemeClr val="tx1"/>
          </a:solidFill>
          <a:tailEnd type="stealth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2030"/>
          </a:lnSpc>
          <a:defRPr sz="1400" dirty="0">
            <a:latin typeface="+mn-lt"/>
            <a:ea typeface="MS Mincho" panose="02020609040205080304" pitchFamily="49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mgen PPT_update_100422" id="{AFBF8AD3-DA8B-F845-80EC-613E041561F4}" vid="{891AC1A6-5322-D74F-8C7A-50FAA0570FF8}"/>
    </a:ext>
  </a:extLst>
</a:theme>
</file>

<file path=ppt/theme/theme6.xml><?xml version="1.0" encoding="utf-8"?>
<a:theme xmlns:a="http://schemas.openxmlformats.org/drawingml/2006/main" name="16_2016 Amgen Corporate Template_16x9_INTERNAL">
  <a:themeElements>
    <a:clrScheme name="AmgenColors">
      <a:dk1>
        <a:srgbClr val="000000"/>
      </a:dk1>
      <a:lt1>
        <a:srgbClr val="FFFFFF"/>
      </a:lt1>
      <a:dk2>
        <a:srgbClr val="716F73"/>
      </a:dk2>
      <a:lt2>
        <a:srgbClr val="00BCE4"/>
      </a:lt2>
      <a:accent1>
        <a:srgbClr val="0063C3"/>
      </a:accent1>
      <a:accent2>
        <a:srgbClr val="88C765"/>
      </a:accent2>
      <a:accent3>
        <a:srgbClr val="F3C108"/>
      </a:accent3>
      <a:accent4>
        <a:srgbClr val="D34D2F"/>
      </a:accent4>
      <a:accent5>
        <a:srgbClr val="597B7C"/>
      </a:accent5>
      <a:accent6>
        <a:srgbClr val="005480"/>
      </a:accent6>
      <a:hlink>
        <a:srgbClr val="2DBCB6"/>
      </a:hlink>
      <a:folHlink>
        <a:srgbClr val="B2A97E"/>
      </a:folHlink>
    </a:clrScheme>
    <a:fontScheme name="Amgen Corporate">
      <a:majorFont>
        <a:latin typeface="Calibri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b="1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 cap="rnd">
          <a:solidFill>
            <a:schemeClr val="tx1"/>
          </a:solidFill>
          <a:tailEnd type="stealth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4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mgenMerged" id="{3C33D98D-F191-47DF-AE88-E5F60A310B5F}" vid="{3634DB5A-F9D2-4AD2-89E0-08CC178FB05A}"/>
    </a:ext>
  </a:extLst>
</a:theme>
</file>

<file path=ppt/theme/theme7.xml><?xml version="1.0" encoding="utf-8"?>
<a:theme xmlns:a="http://schemas.openxmlformats.org/drawingml/2006/main" name="8_2016 Amgen Corporate Template_16x9_INTERNAL">
  <a:themeElements>
    <a:clrScheme name="AmgenColors">
      <a:dk1>
        <a:srgbClr val="000000"/>
      </a:dk1>
      <a:lt1>
        <a:srgbClr val="FFFFFF"/>
      </a:lt1>
      <a:dk2>
        <a:srgbClr val="716F73"/>
      </a:dk2>
      <a:lt2>
        <a:srgbClr val="00BCE4"/>
      </a:lt2>
      <a:accent1>
        <a:srgbClr val="0063C3"/>
      </a:accent1>
      <a:accent2>
        <a:srgbClr val="88C765"/>
      </a:accent2>
      <a:accent3>
        <a:srgbClr val="F3C108"/>
      </a:accent3>
      <a:accent4>
        <a:srgbClr val="D34D2F"/>
      </a:accent4>
      <a:accent5>
        <a:srgbClr val="597B7C"/>
      </a:accent5>
      <a:accent6>
        <a:srgbClr val="005480"/>
      </a:accent6>
      <a:hlink>
        <a:srgbClr val="2DBCB6"/>
      </a:hlink>
      <a:folHlink>
        <a:srgbClr val="B2A97E"/>
      </a:folHlink>
    </a:clrScheme>
    <a:fontScheme name="Amgen Corporate">
      <a:majorFont>
        <a:latin typeface="Calibri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b="1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 cap="rnd">
          <a:solidFill>
            <a:schemeClr val="tx1"/>
          </a:solidFill>
          <a:tailEnd type="stealth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4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mgenMerged" id="{3C33D98D-F191-47DF-AE88-E5F60A310B5F}" vid="{3634DB5A-F9D2-4AD2-89E0-08CC178FB05A}"/>
    </a:ext>
  </a:extLst>
</a:theme>
</file>

<file path=ppt/theme/theme8.xml><?xml version="1.0" encoding="utf-8"?>
<a:theme xmlns:a="http://schemas.openxmlformats.org/drawingml/2006/main" name="19_2016 Amgen Corporate Template_16x9_INTERNAL">
  <a:themeElements>
    <a:clrScheme name="AmgenColors">
      <a:dk1>
        <a:srgbClr val="000000"/>
      </a:dk1>
      <a:lt1>
        <a:srgbClr val="FFFFFF"/>
      </a:lt1>
      <a:dk2>
        <a:srgbClr val="716F73"/>
      </a:dk2>
      <a:lt2>
        <a:srgbClr val="00BCE4"/>
      </a:lt2>
      <a:accent1>
        <a:srgbClr val="0063C3"/>
      </a:accent1>
      <a:accent2>
        <a:srgbClr val="88C765"/>
      </a:accent2>
      <a:accent3>
        <a:srgbClr val="F3C108"/>
      </a:accent3>
      <a:accent4>
        <a:srgbClr val="D34D2F"/>
      </a:accent4>
      <a:accent5>
        <a:srgbClr val="597B7C"/>
      </a:accent5>
      <a:accent6>
        <a:srgbClr val="005480"/>
      </a:accent6>
      <a:hlink>
        <a:srgbClr val="2DBCB6"/>
      </a:hlink>
      <a:folHlink>
        <a:srgbClr val="B2A97E"/>
      </a:folHlink>
    </a:clrScheme>
    <a:fontScheme name="Amgen Corporate">
      <a:majorFont>
        <a:latin typeface="Calibri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b="1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 cap="rnd">
          <a:solidFill>
            <a:schemeClr val="tx1"/>
          </a:solidFill>
          <a:tailEnd type="stealth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4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mgenMerged" id="{3C33D98D-F191-47DF-AE88-E5F60A310B5F}" vid="{3634DB5A-F9D2-4AD2-89E0-08CC178FB05A}"/>
    </a:ext>
  </a:extLst>
</a:theme>
</file>

<file path=ppt/theme/theme9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Amgen Theme">
      <a:dk1>
        <a:srgbClr val="000000"/>
      </a:dk1>
      <a:lt1>
        <a:srgbClr val="FFFFFF"/>
      </a:lt1>
      <a:dk2>
        <a:srgbClr val="777777"/>
      </a:dk2>
      <a:lt2>
        <a:srgbClr val="C0C0C0"/>
      </a:lt2>
      <a:accent1>
        <a:srgbClr val="007CC2"/>
      </a:accent1>
      <a:accent2>
        <a:srgbClr val="FCC30C"/>
      </a:accent2>
      <a:accent3>
        <a:srgbClr val="42865C"/>
      </a:accent3>
      <a:accent4>
        <a:srgbClr val="C0362C"/>
      </a:accent4>
      <a:accent5>
        <a:srgbClr val="003161"/>
      </a:accent5>
      <a:accent6>
        <a:srgbClr val="81B5E2"/>
      </a:accent6>
      <a:hlink>
        <a:srgbClr val="007CC2"/>
      </a:hlink>
      <a:folHlink>
        <a:srgbClr val="81B5E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Amgen">
      <a:dk1>
        <a:sysClr val="windowText" lastClr="000000"/>
      </a:dk1>
      <a:lt1>
        <a:sysClr val="window" lastClr="FFFFFF"/>
      </a:lt1>
      <a:dk2>
        <a:srgbClr val="868686"/>
      </a:dk2>
      <a:lt2>
        <a:srgbClr val="2DBCB6"/>
      </a:lt2>
      <a:accent1>
        <a:srgbClr val="00A3C4"/>
      </a:accent1>
      <a:accent2>
        <a:srgbClr val="F3CC63"/>
      </a:accent2>
      <a:accent3>
        <a:srgbClr val="95CB6E"/>
      </a:accent3>
      <a:accent4>
        <a:srgbClr val="D14D2A"/>
      </a:accent4>
      <a:accent5>
        <a:srgbClr val="EC951A"/>
      </a:accent5>
      <a:accent6>
        <a:srgbClr val="0063C3"/>
      </a:accent6>
      <a:hlink>
        <a:srgbClr val="00A3C4"/>
      </a:hlink>
      <a:folHlink>
        <a:srgbClr val="2DBCB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2db4f8-0dc0-4834-9a51-1c3a49a46568" xsi:nil="true"/>
    <lcf76f155ced4ddcb4097134ff3c332f xmlns="8d0883e4-3a65-4295-b670-b3353c3a145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7C861798C0C9498080FCD4D35E7D4F" ma:contentTypeVersion="18" ma:contentTypeDescription="Create a new document." ma:contentTypeScope="" ma:versionID="dff76680f5f4bfc8f6fb3d9f2fd73b23">
  <xsd:schema xmlns:xsd="http://www.w3.org/2001/XMLSchema" xmlns:xs="http://www.w3.org/2001/XMLSchema" xmlns:p="http://schemas.microsoft.com/office/2006/metadata/properties" xmlns:ns2="8d0883e4-3a65-4295-b670-b3353c3a1458" xmlns:ns3="e9c05358-acac-4df7-9be7-9527262b7d52" xmlns:ns4="dc2db4f8-0dc0-4834-9a51-1c3a49a46568" targetNamespace="http://schemas.microsoft.com/office/2006/metadata/properties" ma:root="true" ma:fieldsID="b29ca06c107658ab6f4ec5b3463a9a01" ns2:_="" ns3:_="" ns4:_="">
    <xsd:import namespace="8d0883e4-3a65-4295-b670-b3353c3a1458"/>
    <xsd:import namespace="e9c05358-acac-4df7-9be7-9527262b7d52"/>
    <xsd:import namespace="dc2db4f8-0dc0-4834-9a51-1c3a49a465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4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0883e4-3a65-4295-b670-b3353c3a14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dd9da6-50f7-440a-9788-2f68cc8af53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c05358-acac-4df7-9be7-9527262b7d52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2db4f8-0dc0-4834-9a51-1c3a49a46568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2770fd12-98bf-490d-9b50-65ed923439f8}" ma:internalName="TaxCatchAll" ma:showField="CatchAllData" ma:web="e9c05358-acac-4df7-9be7-9527262b7d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isl xmlns:xsd="http://www.w3.org/2001/XMLSchema" xmlns:xsi="http://www.w3.org/2001/XMLSchema-instance" xmlns="http://www.boldonjames.com/2008/01/sie/internal/label" sislVersion="0" policy="82ad3a63-90ad-4a46-a3cb-757f4658e205" origin="userSelected">
  <element uid="9036a7a1-5a4f-48d3-b24b-dfdab053dac9" value=""/>
  <element uid="03e9b10b-a1f9-4a88-9630-476473f62285" value=""/>
  <element uid="7bd97737-74c4-46e7-b925-f88300c72ca6" value=""/>
</sisl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EF29D6-6F05-45B7-B6C7-DA890F0A48DF}">
  <ds:schemaRefs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e9c05358-acac-4df7-9be7-9527262b7d52"/>
    <ds:schemaRef ds:uri="http://schemas.openxmlformats.org/package/2006/metadata/core-properties"/>
    <ds:schemaRef ds:uri="dc2db4f8-0dc0-4834-9a51-1c3a49a46568"/>
    <ds:schemaRef ds:uri="8d0883e4-3a65-4295-b670-b3353c3a1458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2BE9E3C-12BA-413F-988B-58722FA62C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0883e4-3a65-4295-b670-b3353c3a1458"/>
    <ds:schemaRef ds:uri="e9c05358-acac-4df7-9be7-9527262b7d52"/>
    <ds:schemaRef ds:uri="dc2db4f8-0dc0-4834-9a51-1c3a49a465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AEEDF9-875F-4F8A-99AE-C5AE2B3C1C4B}">
  <ds:schemaRefs>
    <ds:schemaRef ds:uri="http://www.w3.org/2001/XMLSchema"/>
    <ds:schemaRef ds:uri="http://www.boldonjames.com/2008/01/sie/internal/label"/>
  </ds:schemaRefs>
</ds:datastoreItem>
</file>

<file path=customXml/itemProps4.xml><?xml version="1.0" encoding="utf-8"?>
<ds:datastoreItem xmlns:ds="http://schemas.openxmlformats.org/officeDocument/2006/customXml" ds:itemID="{6AEF49F0-DC3E-4E6E-8AC5-2EE0A4EFA1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Amgen Corporate Template_16x9_INTERNAL_EXTERNAL</Template>
  <TotalTime>1</TotalTime>
  <Words>543</Words>
  <Application>Microsoft Office PowerPoint</Application>
  <PresentationFormat>On-screen Show (16:9)</PresentationFormat>
  <Paragraphs>65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9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8" baseType="lpstr">
      <vt:lpstr>MS Mincho</vt:lpstr>
      <vt:lpstr>Arial</vt:lpstr>
      <vt:lpstr>Calibri</vt:lpstr>
      <vt:lpstr>Calibri Light</vt:lpstr>
      <vt:lpstr>Century Gothic</vt:lpstr>
      <vt:lpstr>Courier New</vt:lpstr>
      <vt:lpstr>System Font Regular</vt:lpstr>
      <vt:lpstr>2016 Amgen Corporate Template_16x9_INTERNAL</vt:lpstr>
      <vt:lpstr>2_2016 Amgen Corporate Template_16x9_INTERNAL</vt:lpstr>
      <vt:lpstr>1_2016 Amgen Corporate Template_16x9_INTERNAL</vt:lpstr>
      <vt:lpstr>3_2016 Amgen Corporate Template_16x9_INTERNAL</vt:lpstr>
      <vt:lpstr>Amgen Corporate</vt:lpstr>
      <vt:lpstr>16_2016 Amgen Corporate Template_16x9_INTERNAL</vt:lpstr>
      <vt:lpstr>8_2016 Amgen Corporate Template_16x9_INTERNAL</vt:lpstr>
      <vt:lpstr>19_2016 Amgen Corporate Template_16x9_INTERNAL</vt:lpstr>
      <vt:lpstr>2_Office Theme</vt:lpstr>
      <vt:lpstr>think-cell Slide</vt:lpstr>
      <vt:lpstr>James Lim – Specialist Data Scientist  A results-driven data scientist with over 9 years of experience, including leadership roles, specializing in AI/ML model development, NLP, GenAI, and time-series analysis, delivering scalable, impactful solutions across diverse industries.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ASM Best Place for Talent</dc:title>
  <dc:creator/>
  <cp:keywords>*$%IU-*$%GenBus</cp:keywords>
  <cp:lastModifiedBy>Lim, James</cp:lastModifiedBy>
  <cp:revision>357</cp:revision>
  <dcterms:created xsi:type="dcterms:W3CDTF">2017-05-20T15:35:07Z</dcterms:created>
  <dcterms:modified xsi:type="dcterms:W3CDTF">2026-04-12T10:38:40Z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d2559407-64b5-4320-930c-d510619c5a8f</vt:lpwstr>
  </property>
  <property fmtid="{D5CDD505-2E9C-101B-9397-08002B2CF9AE}" pid="3" name="ContentTypeId">
    <vt:lpwstr>0x010100D513226498F5AE4095E3B30177501483</vt:lpwstr>
  </property>
  <property fmtid="{D5CDD505-2E9C-101B-9397-08002B2CF9AE}" pid="4" name="docIndexRef">
    <vt:lpwstr>fa345fba-e9c4-4458-a563-7b35e83f1a2a</vt:lpwstr>
  </property>
  <property fmtid="{D5CDD505-2E9C-101B-9397-08002B2CF9AE}" pid="5" name="bjSaver">
    <vt:lpwstr>q83O+RaijuKS3C6r1HXn6kWiVszRZJoF</vt:lpwstr>
  </property>
  <property fmtid="{D5CDD505-2E9C-101B-9397-08002B2CF9AE}" pid="6" name="bjDocumentSecurityLabel">
    <vt:lpwstr>Internal Use Only - General Business</vt:lpwstr>
  </property>
  <property fmtid="{D5CDD505-2E9C-101B-9397-08002B2CF9AE}" pid="7" name="bjDocumentLabelXML">
    <vt:lpwstr>&lt;?xml version="1.0" encoding="us-ascii"?&gt;&lt;sisl xmlns:xsd="http://www.w3.org/2001/XMLSchema" xmlns:xsi="http://www.w3.org/2001/XMLSchema-instance" sislVersion="0" policy="82ad3a63-90ad-4a46-a3cb-757f4658e205" origin="userSelected" xmlns="http://www.boldonj</vt:lpwstr>
  </property>
  <property fmtid="{D5CDD505-2E9C-101B-9397-08002B2CF9AE}" pid="8" name="bjDocumentLabelXML-0">
    <vt:lpwstr>ames.com/2008/01/sie/internal/label"&gt;&lt;element uid="9036a7a1-5a4f-48d3-b24b-dfdab053dac9" value="" /&gt;&lt;element uid="03e9b10b-a1f9-4a88-9630-476473f62285" value="" /&gt;&lt;element uid="7bd97737-74c4-46e7-b925-f88300c72ca6" value="" /&gt;&lt;/sisl&gt;</vt:lpwstr>
  </property>
  <property fmtid="{D5CDD505-2E9C-101B-9397-08002B2CF9AE}" pid="9" name="MSIP_Label_26d25811-8652-434b-b065-f77059cd35bb_Enabled">
    <vt:lpwstr>true</vt:lpwstr>
  </property>
  <property fmtid="{D5CDD505-2E9C-101B-9397-08002B2CF9AE}" pid="10" name="MSIP_Label_26d25811-8652-434b-b065-f77059cd35bb_SetDate">
    <vt:lpwstr>2022-04-07T11:51:28Z</vt:lpwstr>
  </property>
  <property fmtid="{D5CDD505-2E9C-101B-9397-08002B2CF9AE}" pid="11" name="MSIP_Label_26d25811-8652-434b-b065-f77059cd35bb_Method">
    <vt:lpwstr>Privileged</vt:lpwstr>
  </property>
  <property fmtid="{D5CDD505-2E9C-101B-9397-08002B2CF9AE}" pid="12" name="MSIP_Label_26d25811-8652-434b-b065-f77059cd35bb_Name">
    <vt:lpwstr>Internal Use Only General Business</vt:lpwstr>
  </property>
  <property fmtid="{D5CDD505-2E9C-101B-9397-08002B2CF9AE}" pid="13" name="MSIP_Label_26d25811-8652-434b-b065-f77059cd35bb_SiteId">
    <vt:lpwstr>4b4266a6-1368-41af-ad5a-59eb634f7ad8</vt:lpwstr>
  </property>
  <property fmtid="{D5CDD505-2E9C-101B-9397-08002B2CF9AE}" pid="14" name="MSIP_Label_26d25811-8652-434b-b065-f77059cd35bb_ActionId">
    <vt:lpwstr>860a8efe-505f-4ea9-9f0d-baaf4c7b9529</vt:lpwstr>
  </property>
  <property fmtid="{D5CDD505-2E9C-101B-9397-08002B2CF9AE}" pid="15" name="MSIP_Label_26d25811-8652-434b-b065-f77059cd35bb_ContentBits">
    <vt:lpwstr>2</vt:lpwstr>
  </property>
  <property fmtid="{D5CDD505-2E9C-101B-9397-08002B2CF9AE}" pid="16" name="MediaServiceImageTags">
    <vt:lpwstr/>
  </property>
</Properties>
</file>